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95a991fd934761" /><Relationship Type="http://schemas.openxmlformats.org/officeDocument/2006/relationships/extended-properties" Target="/docProps/app.xml" Id="R55f93899407a4571" /><Relationship Type="http://schemas.openxmlformats.org/officeDocument/2006/relationships/officeDocument" Target="/ppt/presentation.xml" Id="Re29955a4a02a44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9fb9c338034297"/>
  </p:sldMasterIdLst>
  <p:notesMasterIdLst>
    <p:notesMasterId xmlns:r="http://schemas.openxmlformats.org/officeDocument/2006/relationships" r:id="R0dc9e741b7eb4894"/>
  </p:notesMasterIdLst>
  <p:sldIdLst>
    <p:sldId xmlns:r="http://schemas.openxmlformats.org/officeDocument/2006/relationships" id="256" r:id="R595e5d541598425e"/>
    <p:sldId xmlns:r="http://schemas.openxmlformats.org/officeDocument/2006/relationships" id="257" r:id="R5f3bae089c0043e0"/>
    <p:sldId xmlns:r="http://schemas.openxmlformats.org/officeDocument/2006/relationships" id="258" r:id="R1c2baacb5ead40d1"/>
    <p:sldId xmlns:r="http://schemas.openxmlformats.org/officeDocument/2006/relationships" id="259" r:id="R5dba6cd0f555475e"/>
    <p:sldId xmlns:r="http://schemas.openxmlformats.org/officeDocument/2006/relationships" id="260" r:id="R5f49325312d449e3"/>
    <p:sldId xmlns:r="http://schemas.openxmlformats.org/officeDocument/2006/relationships" id="261" r:id="Re7073dac30c64a74"/>
    <p:sldId xmlns:r="http://schemas.openxmlformats.org/officeDocument/2006/relationships" id="262" r:id="Rac582aec9bc941c8"/>
    <p:sldId xmlns:r="http://schemas.openxmlformats.org/officeDocument/2006/relationships" id="263" r:id="Rdff984507fb8458b"/>
    <p:sldId xmlns:r="http://schemas.openxmlformats.org/officeDocument/2006/relationships" id="264" r:id="Rd5eb8b399c8c4ef6"/>
    <p:sldId xmlns:r="http://schemas.openxmlformats.org/officeDocument/2006/relationships" id="265" r:id="R94de74a75a91458a"/>
    <p:sldId xmlns:r="http://schemas.openxmlformats.org/officeDocument/2006/relationships" id="266" r:id="R4af5af991e6349c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61d04024ea4a3b" /><Relationship Type="http://schemas.openxmlformats.org/officeDocument/2006/relationships/slideMaster" Target="/ppt/slideMasters/slideMaster1.xml" Id="Rb09fb9c338034297" /><Relationship Type="http://schemas.openxmlformats.org/officeDocument/2006/relationships/notesMaster" Target="/ppt/notesMasters/notesMaster1.xml" Id="R0dc9e741b7eb4894" /><Relationship Type="http://schemas.openxmlformats.org/officeDocument/2006/relationships/presProps" Target="/ppt/presProps.xml" Id="R3f6d7bfe7893424f" /><Relationship Type="http://schemas.openxmlformats.org/officeDocument/2006/relationships/tableStyles" Target="/ppt/tableStyles.xml" Id="Rb38c613e4e184a84" /><Relationship Type="http://schemas.openxmlformats.org/officeDocument/2006/relationships/slide" Target="/ppt/slides/slide1.xml" Id="R595e5d541598425e" /><Relationship Type="http://schemas.openxmlformats.org/officeDocument/2006/relationships/slide" Target="/ppt/slides/slide2.xml" Id="R5f3bae089c0043e0" /><Relationship Type="http://schemas.openxmlformats.org/officeDocument/2006/relationships/slide" Target="/ppt/slides/slide3.xml" Id="R1c2baacb5ead40d1" /><Relationship Type="http://schemas.openxmlformats.org/officeDocument/2006/relationships/slide" Target="/ppt/slides/slide4.xml" Id="R5dba6cd0f555475e" /><Relationship Type="http://schemas.openxmlformats.org/officeDocument/2006/relationships/slide" Target="/ppt/slides/slide5.xml" Id="R5f49325312d449e3" /><Relationship Type="http://schemas.openxmlformats.org/officeDocument/2006/relationships/slide" Target="/ppt/slides/slide6.xml" Id="Re7073dac30c64a74" /><Relationship Type="http://schemas.openxmlformats.org/officeDocument/2006/relationships/slide" Target="/ppt/slides/slide7.xml" Id="Rac582aec9bc941c8" /><Relationship Type="http://schemas.openxmlformats.org/officeDocument/2006/relationships/slide" Target="/ppt/slides/slide8.xml" Id="Rdff984507fb8458b" /><Relationship Type="http://schemas.openxmlformats.org/officeDocument/2006/relationships/slide" Target="/ppt/slides/slide9.xml" Id="Rd5eb8b399c8c4ef6" /><Relationship Type="http://schemas.openxmlformats.org/officeDocument/2006/relationships/slide" Target="/ppt/slides/slide10.xml" Id="R94de74a75a91458a" /><Relationship Type="http://schemas.openxmlformats.org/officeDocument/2006/relationships/slide" Target="/ppt/slides/slide11.xml" Id="R4af5af991e6349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09fa96748d40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3b0f76e09c46de" /><Relationship Type="http://schemas.openxmlformats.org/officeDocument/2006/relationships/notesMaster" Target="/ppt/notesMasters/notesMaster1.xml" Id="R92968093c9ea43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566feb271b4635" /><Relationship Type="http://schemas.openxmlformats.org/officeDocument/2006/relationships/notesMaster" Target="/ppt/notesMasters/notesMaster1.xml" Id="R1d11d26b555f4d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5853bb0b23461b" /><Relationship Type="http://schemas.openxmlformats.org/officeDocument/2006/relationships/notesMaster" Target="/ppt/notesMasters/notesMaster1.xml" Id="Rd9cd1a9b4a574e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2b0e0352134b08" /><Relationship Type="http://schemas.openxmlformats.org/officeDocument/2006/relationships/notesMaster" Target="/ppt/notesMasters/notesMaster1.xml" Id="R14922f2af4074d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291041e1714261" /><Relationship Type="http://schemas.openxmlformats.org/officeDocument/2006/relationships/notesMaster" Target="/ppt/notesMasters/notesMaster1.xml" Id="R08e773f3325e46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3e91cf8e924d74" /><Relationship Type="http://schemas.openxmlformats.org/officeDocument/2006/relationships/notesMaster" Target="/ppt/notesMasters/notesMaster1.xml" Id="R05038decd2d64e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98803a4de442ee" /><Relationship Type="http://schemas.openxmlformats.org/officeDocument/2006/relationships/notesMaster" Target="/ppt/notesMasters/notesMaster1.xml" Id="Rf89f343a95e94c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67784960904722" /><Relationship Type="http://schemas.openxmlformats.org/officeDocument/2006/relationships/notesMaster" Target="/ppt/notesMasters/notesMaster1.xml" Id="R5957893a379540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f9daa73059470b" /><Relationship Type="http://schemas.openxmlformats.org/officeDocument/2006/relationships/notesMaster" Target="/ppt/notesMasters/notesMaster1.xml" Id="Rebcf6108adb647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6afd6ab5beb426f" /><Relationship Type="http://schemas.openxmlformats.org/officeDocument/2006/relationships/notesMaster" Target="/ppt/notesMasters/notesMaster1.xml" Id="R70d5a1322568459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e2369d086654583" /><Relationship Type="http://schemas.openxmlformats.org/officeDocument/2006/relationships/notesMaster" Target="/ppt/notesMasters/notesMaster1.xml" Id="R6909bb5128f14e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https://arxiv.org/abs/2305.04091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https://arxiv.org/abs/2305.04091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https://modelcontextprotocol.io/specification/2025-06-18/server/tools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https://docs.langchain.com/langsmith/evaluation-concepts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https://docs.langchain.com/langsmith/evaluate-complex-agent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chapters/11-plan-and-execute-analyst.md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chapters/11-plan-and-execute-analyst.md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81d56eb94240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be1db740dd49dd" /><Relationship Type="http://schemas.openxmlformats.org/officeDocument/2006/relationships/slideLayout" Target="/ppt/slideLayouts/slideLayout1.xml" Id="R70289f15f66a4f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289f15f66a4f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ad527f5a04969" /><Relationship Type="http://schemas.openxmlformats.org/officeDocument/2006/relationships/notesSlide" Target="/ppt/notesSlides/notesSlide1.xml" Id="R496bb865d667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4231a1eeb4ad5" /><Relationship Type="http://schemas.openxmlformats.org/officeDocument/2006/relationships/notesSlide" Target="/ppt/notesSlides/notesSlide2.xml" Id="R296e59afdf0f4c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5cf291ec044d5" /><Relationship Type="http://schemas.openxmlformats.org/officeDocument/2006/relationships/notesSlide" Target="/ppt/notesSlides/notesSlide3.xml" Id="R0d50f7cd55f543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dd26249a44ae1" /><Relationship Type="http://schemas.openxmlformats.org/officeDocument/2006/relationships/notesSlide" Target="/ppt/notesSlides/notesSlide4.xml" Id="R62db5faa00a742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e379f8259417c" /><Relationship Type="http://schemas.openxmlformats.org/officeDocument/2006/relationships/notesSlide" Target="/ppt/notesSlides/notesSlide5.xml" Id="R6e870c2d7ab74e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6dab9957e4e57" /><Relationship Type="http://schemas.openxmlformats.org/officeDocument/2006/relationships/notesSlide" Target="/ppt/notesSlides/notesSlide6.xml" Id="R8da7d740da5445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84a3a06ad40ee" /><Relationship Type="http://schemas.openxmlformats.org/officeDocument/2006/relationships/notesSlide" Target="/ppt/notesSlides/notesSlide7.xml" Id="R373932bef80c49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63ce5bf9342c9" /><Relationship Type="http://schemas.openxmlformats.org/officeDocument/2006/relationships/notesSlide" Target="/ppt/notesSlides/notesSlide8.xml" Id="Rdab3b5d2049241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4896cf06d4370" /><Relationship Type="http://schemas.openxmlformats.org/officeDocument/2006/relationships/notesSlide" Target="/ppt/notesSlides/notesSlide9.xml" Id="Ra34c8c04a6ea41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060fd54874808" /><Relationship Type="http://schemas.openxmlformats.org/officeDocument/2006/relationships/notesSlide" Target="/ppt/notesSlides/notesSlide10.xml" Id="Rc3859a8f7f3842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4c403476745a3" /><Relationship Type="http://schemas.openxmlformats.org/officeDocument/2006/relationships/notesSlide" Target="/ppt/notesSlides/notesSlide11.xml" Id="R0cc55d9169594a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Financial Analyst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One mission needs several evidence steps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+ SCHNEIDER ELECTRIC  ·  CITED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separates strategy from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fixed route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same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every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reason + 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PLAN + 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EXECUTE · REPLAN · REPORT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global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may revise only the unfinished strategy.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PATTERNS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proposes; the host controls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proposes plan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replan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validates plan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sets budgets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permits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plan gate · evidence gate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 TOOLS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execute only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permitted calls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PROPOSES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· replan · report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CONTROLS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schemas · budgets · tools ·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 valid model output is still only a proposal.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typed plan makes research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STEP SCHEMA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step_id: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get_company_metric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 · Revenue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[1]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DEPENDENCY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· metric ready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· revenue request waits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ORDERED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host validates every field before execution.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Four roles share one bounded state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PLAN + REPLAN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PLANNER proposes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REPLANNER revises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mission · plan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observations · budgets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source references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append-only · bounded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shared across nodes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ACT +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14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EXECUTOR calls tools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REPORT WRITER cites evidence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shared host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NODES SHARE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state is not a terminal role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HOST CONTROL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Every node reads or updates the same bounded state.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MCP discovery becomes a permitted catalog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discovered tools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names + schemas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static allowlist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read-only call</a:t>
            </a:r>
          </a:p>
        </p:txBody>
      </p:sp>
      <p:cxnSp>
        <p:nvCxnSpPr>
          <p:cNvPr id="68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supplies candidates. Host policy decides permission.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runtime catalog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MCP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TAIL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Replanning replaces only unfinished work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steps 1 + 2 succeed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 3 · Revenue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replace unfinished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steps 5 + 6 search docs</a:t>
            </a:r>
          </a:p>
        </p:txBody>
      </p:sp>
      <p:cxnSp>
        <p:nvCxnSpPr>
          <p:cNvPr id="68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Successful work stays immutable. Only the unfinished tail changes.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replan maximum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duplicate successes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evidence gate prevents fluent incompleteness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SCHNEIDER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step 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both rows complete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WRITE WITH SOURCES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either company lacks metric or document evidence,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12 evaluates path and answer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TRAJECTORY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· calls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errors · replan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TWO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SCORECARDS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policy · efficiency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 · trace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path quality · answer quality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BRIEFING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facts ·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limits · sources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evidence · plan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CHECK SEPARATELY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strong layer does not make both 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score the path and answer separately.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11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77F0EC34-AA33-40C2-8164-0555C5F3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Who validates a plan before execution?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0BE768D1-23DC-4021-A1FE-6E73B2EF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Host     |     B  Model alone     |     C  PDF parser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A4EE4E53-37FC-4F8F-84B3-59B29C3C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What does a replan replace?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D0FB229F-0DB1-445C-82B9-5370C29C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Unfinished work     |     B  Successful evidence     |     C  The company universe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B8CC499B-7F3B-4743-BDAB-4AE948E0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blocks an incomplete briefing?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8B86D18C-DF69-4FFC-A15B-F6E4800D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Evidence gate     |     B  Streaming     |     C  A chart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11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033085FB-166D-4EDF-AA5C-17DC19E2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Host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0D6CB6C4-0DCC-49FB-BE83-2D92D68B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planner proposes steps; application policy checks them.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364F8D8C-928A-4978-8524-E44A3A09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Unfinished work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24D34374-F5D1-43F4-99D0-C77E1619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Successful observations stay immutable while the remaining tail changes.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D97CF4E1-75DC-4257-8878-2CBA2CF2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Evidence gate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07C5CC59-830D-4B8E-8719-C6CF6EAA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report stops if either company lacks required evidence.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2026-08-24T19:24:34.8360000Z</dcterms:created>
  <dcterms:modified xsi:type="dcterms:W3CDTF">2026-08-24T19:24:34.8360000Z</dcterms:modified>
</coreProperties>
</file>