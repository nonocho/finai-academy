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7dad0116ec4413" /><Relationship Type="http://schemas.openxmlformats.org/officeDocument/2006/relationships/extended-properties" Target="/docProps/app.xml" Id="R03c25f72dbd14c4d" /><Relationship Type="http://schemas.openxmlformats.org/officeDocument/2006/relationships/officeDocument" Target="/ppt/presentation.xml" Id="R2b5668f00aa445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b60588e1ec4ce4"/>
  </p:sldMasterIdLst>
  <p:notesMasterIdLst>
    <p:notesMasterId xmlns:r="http://schemas.openxmlformats.org/officeDocument/2006/relationships" r:id="R93ce6d1277f64dd9"/>
  </p:notesMasterIdLst>
  <p:sldIdLst>
    <p:sldId xmlns:r="http://schemas.openxmlformats.org/officeDocument/2006/relationships" id="256" r:id="Re843297383ab4e39"/>
    <p:sldId xmlns:r="http://schemas.openxmlformats.org/officeDocument/2006/relationships" id="257" r:id="R902e184085944c0e"/>
    <p:sldId xmlns:r="http://schemas.openxmlformats.org/officeDocument/2006/relationships" id="258" r:id="Rf9fd6731b3cd4ccb"/>
    <p:sldId xmlns:r="http://schemas.openxmlformats.org/officeDocument/2006/relationships" id="259" r:id="Ra402a03ff0a24231"/>
    <p:sldId xmlns:r="http://schemas.openxmlformats.org/officeDocument/2006/relationships" id="260" r:id="R6fe6c2c7ca5b4aac"/>
    <p:sldId xmlns:r="http://schemas.openxmlformats.org/officeDocument/2006/relationships" id="261" r:id="R93d8dc567d8449eb"/>
    <p:sldId xmlns:r="http://schemas.openxmlformats.org/officeDocument/2006/relationships" id="262" r:id="R2af32b3d710c4b5b"/>
    <p:sldId xmlns:r="http://schemas.openxmlformats.org/officeDocument/2006/relationships" id="263" r:id="Re5076e6684eb4787"/>
    <p:sldId xmlns:r="http://schemas.openxmlformats.org/officeDocument/2006/relationships" id="264" r:id="Rf3f3d156f27542c3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69c50f090841a4" /><Relationship Type="http://schemas.openxmlformats.org/officeDocument/2006/relationships/slideMaster" Target="/ppt/slideMasters/slideMaster1.xml" Id="Ra5b60588e1ec4ce4" /><Relationship Type="http://schemas.openxmlformats.org/officeDocument/2006/relationships/notesMaster" Target="/ppt/notesMasters/notesMaster1.xml" Id="R93ce6d1277f64dd9" /><Relationship Type="http://schemas.openxmlformats.org/officeDocument/2006/relationships/presProps" Target="/ppt/presProps.xml" Id="R9c60d4943c264aeb" /><Relationship Type="http://schemas.openxmlformats.org/officeDocument/2006/relationships/tableStyles" Target="/ppt/tableStyles.xml" Id="R1e725ba24dba42b2" /><Relationship Type="http://schemas.openxmlformats.org/officeDocument/2006/relationships/slide" Target="/ppt/slides/slide1.xml" Id="Re843297383ab4e39" /><Relationship Type="http://schemas.openxmlformats.org/officeDocument/2006/relationships/slide" Target="/ppt/slides/slide2.xml" Id="R902e184085944c0e" /><Relationship Type="http://schemas.openxmlformats.org/officeDocument/2006/relationships/slide" Target="/ppt/slides/slide3.xml" Id="Rf9fd6731b3cd4ccb" /><Relationship Type="http://schemas.openxmlformats.org/officeDocument/2006/relationships/slide" Target="/ppt/slides/slide4.xml" Id="Ra402a03ff0a24231" /><Relationship Type="http://schemas.openxmlformats.org/officeDocument/2006/relationships/slide" Target="/ppt/slides/slide5.xml" Id="R6fe6c2c7ca5b4aac" /><Relationship Type="http://schemas.openxmlformats.org/officeDocument/2006/relationships/slide" Target="/ppt/slides/slide6.xml" Id="R93d8dc567d8449eb" /><Relationship Type="http://schemas.openxmlformats.org/officeDocument/2006/relationships/slide" Target="/ppt/slides/slide7.xml" Id="R2af32b3d710c4b5b" /><Relationship Type="http://schemas.openxmlformats.org/officeDocument/2006/relationships/slide" Target="/ppt/slides/slide8.xml" Id="Re5076e6684eb4787" /><Relationship Type="http://schemas.openxmlformats.org/officeDocument/2006/relationships/slide" Target="/ppt/slides/slide9.xml" Id="Rf3f3d156f27542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a6f097aa9743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ac93bfdcf742af" /><Relationship Type="http://schemas.openxmlformats.org/officeDocument/2006/relationships/notesMaster" Target="/ppt/notesMasters/notesMaster1.xml" Id="R3d575126a3f14a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7dfaad24b6471a" /><Relationship Type="http://schemas.openxmlformats.org/officeDocument/2006/relationships/notesMaster" Target="/ppt/notesMasters/notesMaster1.xml" Id="Ra30237c7840d41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bda0bab10947d1" /><Relationship Type="http://schemas.openxmlformats.org/officeDocument/2006/relationships/notesMaster" Target="/ppt/notesMasters/notesMaster1.xml" Id="R727fc7a83f394b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e2d326b3ab448e" /><Relationship Type="http://schemas.openxmlformats.org/officeDocument/2006/relationships/notesMaster" Target="/ppt/notesMasters/notesMaster1.xml" Id="R81a0ff8c05cd40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8a4b960ec94dd6" /><Relationship Type="http://schemas.openxmlformats.org/officeDocument/2006/relationships/notesMaster" Target="/ppt/notesMasters/notesMaster1.xml" Id="R63ba713deff542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94ae46d3c64526" /><Relationship Type="http://schemas.openxmlformats.org/officeDocument/2006/relationships/notesMaster" Target="/ppt/notesMasters/notesMaster1.xml" Id="Rdf30a28cc7ab4d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9e8dbef2434044" /><Relationship Type="http://schemas.openxmlformats.org/officeDocument/2006/relationships/notesMaster" Target="/ppt/notesMasters/notesMaster1.xml" Id="R543761e1dabb4a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edcf484bb34832" /><Relationship Type="http://schemas.openxmlformats.org/officeDocument/2006/relationships/notesMaster" Target="/ppt/notesMasters/notesMaster1.xml" Id="R5365942e976940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f739b3d0ca149c7" /><Relationship Type="http://schemas.openxmlformats.org/officeDocument/2006/relationships/notesMaster" Target="/ppt/notesMasters/notesMaster1.xml" Id="R47b1a232ea7343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https://arxiv.org/abs/2305.04091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https://arxiv.org/abs/2305.04091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https://modelcontextprotocol.io/specification/2025-06-18/server/tools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https://github.com/graviraja/MLOps-Basics/tree/main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https://github.com/graviraja/MLOps-Basics/tree/main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b2b2fdc38c42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6ec5aeace44f41" /><Relationship Type="http://schemas.openxmlformats.org/officeDocument/2006/relationships/slideLayout" Target="/ppt/slideLayouts/slideLayout1.xml" Id="Rcafe507d51f34c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fe507d51f34c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aa4959fad4a79" /><Relationship Type="http://schemas.openxmlformats.org/officeDocument/2006/relationships/notesSlide" Target="/ppt/notesSlides/notesSlide1.xml" Id="R8d934d23e86241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f12db1a2347be" /><Relationship Type="http://schemas.openxmlformats.org/officeDocument/2006/relationships/notesSlide" Target="/ppt/notesSlides/notesSlide2.xml" Id="Rfcab5a8a38674b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d3246eae8438d" /><Relationship Type="http://schemas.openxmlformats.org/officeDocument/2006/relationships/notesSlide" Target="/ppt/notesSlides/notesSlide3.xml" Id="Rf91893f9f45541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4c7ed3794440e" /><Relationship Type="http://schemas.openxmlformats.org/officeDocument/2006/relationships/notesSlide" Target="/ppt/notesSlides/notesSlide4.xml" Id="R15f0fccbb06849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d87607c824845" /><Relationship Type="http://schemas.openxmlformats.org/officeDocument/2006/relationships/notesSlide" Target="/ppt/notesSlides/notesSlide5.xml" Id="Rceeb34e6e35b4f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afdc13f564c04" /><Relationship Type="http://schemas.openxmlformats.org/officeDocument/2006/relationships/notesSlide" Target="/ppt/notesSlides/notesSlide6.xml" Id="Reff9953b429f47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26ec7be84465f" /><Relationship Type="http://schemas.openxmlformats.org/officeDocument/2006/relationships/notesSlide" Target="/ppt/notesSlides/notesSlide7.xml" Id="R2e326e8897a441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79b331ede4761" /><Relationship Type="http://schemas.openxmlformats.org/officeDocument/2006/relationships/notesSlide" Target="/ppt/notesSlides/notesSlide8.xml" Id="R3269a0175baf42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0f7a4aa9c4ff8" /><Relationship Type="http://schemas.openxmlformats.org/officeDocument/2006/relationships/notesSlide" Target="/ppt/notesSlides/notesSlide9.xml" Id="R556f43f4d55349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Plan-and-Execute Financial Analyst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One mission needs several evidence steps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NVIDIA + SCHNEIDER ELECTRIC  ·  CITED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CONTROL PATTERNS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Plan-and-execute separates strategy from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fixed route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same steps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every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revision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reason + 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local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PLAN + EXECUTE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EXECUTE · REPLAN · REPORT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global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Plan-and-execute may revise only the unfinished strategy.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PATTERNS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HOST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proposes; the host controls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proposes plan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and replan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validates plan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sets budgets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permits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plan gate · evidence gate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MCP TOOLS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execute only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permitted calls</a:t>
            </a:r>
          </a:p>
        </p:txBody>
      </p:sp>
      <p:cxnSp>
        <p:nvCxnSpPr>
          <p:cNvPr id="34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4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MODEL PROPOSES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· replan · report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 CONTROLS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schemas · budgets · tools ·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 valid model output is still only a proposal.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typed plan makes research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STEP SCHEMA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step_id: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capability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arguments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TYPED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EXAMPLE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get_company_metric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NVDA · Revenue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[1]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DEPENDENCY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· metric ready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· revenue request waits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ORDERED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host validates every field before execution.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Four roles share one bounded state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proposes plan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EXECUTOR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runs one step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REPLANNER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replaces tail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writes briefing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host owned</a:t>
            </a:r>
          </a:p>
        </p:txBody>
      </p:sp>
      <p:cxnSp>
        <p:nvCxnSpPr>
          <p:cNvPr id="62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Four roles work through one host-owned state.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append-only observations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one replan maximum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ROLES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MCP discovery becomes a permitted catalog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discovered tools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INSPECT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names + schemas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static allowlist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arguments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read-only call</a:t>
            </a:r>
          </a:p>
        </p:txBody>
      </p:sp>
      <p:cxnSp>
        <p:nvCxnSpPr>
          <p:cNvPr id="62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supplies candidates. Host policy decides permission.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runtime catalog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host policy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MCP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TAIL REVISION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Replanning replaces only unfinished work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EXECUTE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steps 1 + 2 succeed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 3 · Revenue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REPLAN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replace unfinished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EXECUTE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steps 5 + 6 search docs</a:t>
            </a:r>
          </a:p>
        </p:txBody>
      </p:sp>
      <p:cxnSp>
        <p:nvCxnSpPr>
          <p:cNvPr id="62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Successful work stays immutable. Only the unfinished tail changes.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one replan maximum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duplicate successes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REPLAN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EVIDENCE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evidence gate prevents fluent incompleteness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READY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SCHNEIDER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step 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both rows complete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WRITE WITH SOURCES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PERMIT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If either company lacks metric or document evidence,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12 evaluates path and answer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TRAJECTORY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· calls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errors · replan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TWO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SCORECARDS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policy · efficiency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grounding · trace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latency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path quality · answer quality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BRIEFING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facts · 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limits · sources</a:t>
            </a:r>
          </a:p>
        </p:txBody>
      </p:sp>
      <p:cxnSp>
        <p:nvCxnSpPr>
          <p:cNvPr id="34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4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evidence · plan history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CHECK SEPARATELY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strong layer does not make both 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score the path and answer separately.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EVALUATE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2026-08-22T14:43:05.6030000Z</dcterms:created>
  <dcterms:modified xsi:type="dcterms:W3CDTF">2026-08-22T14:43:05.6030000Z</dcterms:modified>
</coreProperties>
</file>