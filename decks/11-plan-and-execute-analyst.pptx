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71b655c4574222" /><Relationship Type="http://schemas.openxmlformats.org/officeDocument/2006/relationships/extended-properties" Target="/docProps/app.xml" Id="R133ea52b68bc4e04" /><Relationship Type="http://schemas.openxmlformats.org/officeDocument/2006/relationships/officeDocument" Target="/ppt/presentation.xml" Id="R5f65c020dc1f4b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229c1d0d1b4ef0"/>
  </p:sldMasterIdLst>
  <p:notesMasterIdLst>
    <p:notesMasterId xmlns:r="http://schemas.openxmlformats.org/officeDocument/2006/relationships" r:id="Ra3b438a9cd6a4b55"/>
  </p:notesMasterIdLst>
  <p:sldIdLst>
    <p:sldId xmlns:r="http://schemas.openxmlformats.org/officeDocument/2006/relationships" id="256" r:id="Rb8d128f2758a44a4"/>
    <p:sldId xmlns:r="http://schemas.openxmlformats.org/officeDocument/2006/relationships" id="257" r:id="Re8f4be3127d74d69"/>
    <p:sldId xmlns:r="http://schemas.openxmlformats.org/officeDocument/2006/relationships" id="258" r:id="R6256ee6f83da4100"/>
    <p:sldId xmlns:r="http://schemas.openxmlformats.org/officeDocument/2006/relationships" id="259" r:id="Rcea383fc9b1b4cbe"/>
    <p:sldId xmlns:r="http://schemas.openxmlformats.org/officeDocument/2006/relationships" id="260" r:id="R39600d7e2f7649c5"/>
    <p:sldId xmlns:r="http://schemas.openxmlformats.org/officeDocument/2006/relationships" id="261" r:id="R9f5e78001b7d430c"/>
    <p:sldId xmlns:r="http://schemas.openxmlformats.org/officeDocument/2006/relationships" id="262" r:id="Rdd616f6087a34a03"/>
    <p:sldId xmlns:r="http://schemas.openxmlformats.org/officeDocument/2006/relationships" id="263" r:id="R55387e52e1314bc6"/>
    <p:sldId xmlns:r="http://schemas.openxmlformats.org/officeDocument/2006/relationships" id="264" r:id="R0ffe65df072e444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b0b31ca7d54c60" /><Relationship Type="http://schemas.openxmlformats.org/officeDocument/2006/relationships/slideMaster" Target="/ppt/slideMasters/slideMaster1.xml" Id="Rda229c1d0d1b4ef0" /><Relationship Type="http://schemas.openxmlformats.org/officeDocument/2006/relationships/notesMaster" Target="/ppt/notesMasters/notesMaster1.xml" Id="Ra3b438a9cd6a4b55" /><Relationship Type="http://schemas.openxmlformats.org/officeDocument/2006/relationships/presProps" Target="/ppt/presProps.xml" Id="Rb781371fbc674b4e" /><Relationship Type="http://schemas.openxmlformats.org/officeDocument/2006/relationships/tableStyles" Target="/ppt/tableStyles.xml" Id="Rbca3836fe9914580" /><Relationship Type="http://schemas.openxmlformats.org/officeDocument/2006/relationships/slide" Target="/ppt/slides/slide1.xml" Id="Rb8d128f2758a44a4" /><Relationship Type="http://schemas.openxmlformats.org/officeDocument/2006/relationships/slide" Target="/ppt/slides/slide2.xml" Id="Re8f4be3127d74d69" /><Relationship Type="http://schemas.openxmlformats.org/officeDocument/2006/relationships/slide" Target="/ppt/slides/slide3.xml" Id="R6256ee6f83da4100" /><Relationship Type="http://schemas.openxmlformats.org/officeDocument/2006/relationships/slide" Target="/ppt/slides/slide4.xml" Id="Rcea383fc9b1b4cbe" /><Relationship Type="http://schemas.openxmlformats.org/officeDocument/2006/relationships/slide" Target="/ppt/slides/slide5.xml" Id="R39600d7e2f7649c5" /><Relationship Type="http://schemas.openxmlformats.org/officeDocument/2006/relationships/slide" Target="/ppt/slides/slide6.xml" Id="R9f5e78001b7d430c" /><Relationship Type="http://schemas.openxmlformats.org/officeDocument/2006/relationships/slide" Target="/ppt/slides/slide7.xml" Id="Rdd616f6087a34a03" /><Relationship Type="http://schemas.openxmlformats.org/officeDocument/2006/relationships/slide" Target="/ppt/slides/slide8.xml" Id="R55387e52e1314bc6" /><Relationship Type="http://schemas.openxmlformats.org/officeDocument/2006/relationships/slide" Target="/ppt/slides/slide9.xml" Id="R0ffe65df072e44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ac815b0a5745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056d5d074c4441" /><Relationship Type="http://schemas.openxmlformats.org/officeDocument/2006/relationships/notesMaster" Target="/ppt/notesMasters/notesMaster1.xml" Id="R14068d6e7e3548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7b3df83b404992" /><Relationship Type="http://schemas.openxmlformats.org/officeDocument/2006/relationships/notesMaster" Target="/ppt/notesMasters/notesMaster1.xml" Id="R5f5bdbe1b97440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b261ea8adb4180" /><Relationship Type="http://schemas.openxmlformats.org/officeDocument/2006/relationships/notesMaster" Target="/ppt/notesMasters/notesMaster1.xml" Id="Re8a0f2a014fc4c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c36b9596ba4ef8" /><Relationship Type="http://schemas.openxmlformats.org/officeDocument/2006/relationships/notesMaster" Target="/ppt/notesMasters/notesMaster1.xml" Id="Reb0ec34d879546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9403742ae84302" /><Relationship Type="http://schemas.openxmlformats.org/officeDocument/2006/relationships/notesMaster" Target="/ppt/notesMasters/notesMaster1.xml" Id="Rd21abac6b3074b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6041cfc78b402d" /><Relationship Type="http://schemas.openxmlformats.org/officeDocument/2006/relationships/notesMaster" Target="/ppt/notesMasters/notesMaster1.xml" Id="Ra6c9d90dc5bb40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978dc9ae27461e" /><Relationship Type="http://schemas.openxmlformats.org/officeDocument/2006/relationships/notesMaster" Target="/ppt/notesMasters/notesMaster1.xml" Id="Rc20e1f5555704a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adbde8b7d7496b" /><Relationship Type="http://schemas.openxmlformats.org/officeDocument/2006/relationships/notesMaster" Target="/ppt/notesMasters/notesMaster1.xml" Id="R89dd4e4afb5e4f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049f23403e4370" /><Relationship Type="http://schemas.openxmlformats.org/officeDocument/2006/relationships/notesMaster" Target="/ppt/notesMasters/notesMaster1.xml" Id="R4f9190d9d20147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https://arxiv.org/abs/2305.04091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https://arxiv.org/abs/2305.04091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https://modelcontextprotocol.io/specification/2025-06-18/server/tools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https://langchain-ai.github.io/langgraph/tutorials/plan-and-execute/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https://docs.langchain.com/langsmith/evaluation-concepts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chapters/11-plan-and-execute-analyst.md</a:t>
            </a:r>
          </a:p>
          <a:p xmlns:a="http://schemas.openxmlformats.org/drawingml/2006/main">
            <a:r>
              <a:t>https://docs.langchain.com/langsmith/evaluate-complex-agent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185c79129c4b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4d29afde784741" /><Relationship Type="http://schemas.openxmlformats.org/officeDocument/2006/relationships/slideLayout" Target="/ppt/slideLayouts/slideLayout1.xml" Id="R78ffe64b28b842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ffe64b28b842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1727ae3d348b9" /><Relationship Type="http://schemas.openxmlformats.org/officeDocument/2006/relationships/notesSlide" Target="/ppt/notesSlides/notesSlide1.xml" Id="Ra4da042175a842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13466864a4a2d" /><Relationship Type="http://schemas.openxmlformats.org/officeDocument/2006/relationships/notesSlide" Target="/ppt/notesSlides/notesSlide2.xml" Id="R010c1cb6355041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8090343b94cf4" /><Relationship Type="http://schemas.openxmlformats.org/officeDocument/2006/relationships/notesSlide" Target="/ppt/notesSlides/notesSlide3.xml" Id="Rd1bcfc271f8041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95f11ed9c43b4" /><Relationship Type="http://schemas.openxmlformats.org/officeDocument/2006/relationships/notesSlide" Target="/ppt/notesSlides/notesSlide4.xml" Id="R526cb55fe95342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3c717d4c94b48" /><Relationship Type="http://schemas.openxmlformats.org/officeDocument/2006/relationships/notesSlide" Target="/ppt/notesSlides/notesSlide5.xml" Id="R90fa21e002eb45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53e6861f445e2" /><Relationship Type="http://schemas.openxmlformats.org/officeDocument/2006/relationships/notesSlide" Target="/ppt/notesSlides/notesSlide6.xml" Id="Rb400e372eec74f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e435ecb5345f5" /><Relationship Type="http://schemas.openxmlformats.org/officeDocument/2006/relationships/notesSlide" Target="/ppt/notesSlides/notesSlide7.xml" Id="R4fa1ce8653c04b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565a12dd24b45" /><Relationship Type="http://schemas.openxmlformats.org/officeDocument/2006/relationships/notesSlide" Target="/ppt/notesSlides/notesSlide8.xml" Id="Ref4ded5bc3524d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4f173c2244449" /><Relationship Type="http://schemas.openxmlformats.org/officeDocument/2006/relationships/notesSlide" Target="/ppt/notesSlides/notesSlide9.xml" Id="R52a4262b9d1c48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Financial Analyst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One mission needs several evidence steps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+ SCHNEIDER ELECTRIC  ·  CITED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CONTROL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separates strategy from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fixed route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same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every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reason + 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PLAN + 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EXECUTE · REPLAN · REPORT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global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Plan-and-execute may revise only the unfinished strategy.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PATTERNS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proposes; the host controls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proposes plan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replan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validates plan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sets budgets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permits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plan gate · evidence gate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 TOOLS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execute only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permitted calls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PROPOSES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· replan · report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CONTROLS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schemas · budgets · tools ·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 valid model output is still only a proposal.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typed plan makes research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STEP SCHEMA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step_id: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get_company_metric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 · Revenue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[1]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DEPENDENCY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· metric ready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· revenue request waits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ORDERED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host validates every field before execution.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Four roles share one bounded state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PLAN + REPLAN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PLANNER proposes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REPLANNER revises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mission · plan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observations · budgets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source references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append-only · bounded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shared across nodes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ACT +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14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EXECUTOR calls tools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REPORT WRITER cites evidence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shared host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NODES SHARE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state is not a terminal role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HOST CONTROL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Every node reads or updates the same bounded state.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MCP discovery becomes a permitted catalog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discovered tools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names + schemas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static allowlist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read-only call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supplies candidates. Host policy decides permission.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runtime catalog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MCP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TAIL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Replanning replaces only unfinished work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steps 1 + 2 succeed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 3 · Revenue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REPLAN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replace unfinished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EXECUTE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steps 5 + 6 search docs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Successful work stays immutable. Only the unfinished tail changes.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replan maximum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 duplicate successes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evidence gate prevents fluent incompleteness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SCHNEIDER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step 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both rows complete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WRITE WITH SOURCES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either company lacks metric or document evidence,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12 evaluates path and answer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TRAJECTORY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· calls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errors · replan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TWO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SCORECARDS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policy · efficiency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 · trace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path quality · answer quality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BRIEFING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facts · context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limits · sources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evidence · plan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CHECK SEPARATELY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strong layer does not make both 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score the path and answer separately.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2026-08-22T14:55:46.9940000Z</dcterms:created>
  <dcterms:modified xsi:type="dcterms:W3CDTF">2026-08-22T14:55:46.9940000Z</dcterms:modified>
</coreProperties>
</file>