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56bbbe25cb45cf" /><Relationship Type="http://schemas.openxmlformats.org/officeDocument/2006/relationships/extended-properties" Target="/docProps/app.xml" Id="Rb3e9fb88422b4d93" /><Relationship Type="http://schemas.openxmlformats.org/officeDocument/2006/relationships/officeDocument" Target="/ppt/presentation.xml" Id="Rd102113676bc45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33cb0100034fbc"/>
  </p:sldMasterIdLst>
  <p:notesMasterIdLst>
    <p:notesMasterId xmlns:r="http://schemas.openxmlformats.org/officeDocument/2006/relationships" r:id="Rca408d4bd14b4024"/>
  </p:notesMasterIdLst>
  <p:sldIdLst>
    <p:sldId xmlns:r="http://schemas.openxmlformats.org/officeDocument/2006/relationships" id="256" r:id="Rd58e9ad3ce604c51"/>
    <p:sldId xmlns:r="http://schemas.openxmlformats.org/officeDocument/2006/relationships" id="257" r:id="Re27f02c609cc463e"/>
    <p:sldId xmlns:r="http://schemas.openxmlformats.org/officeDocument/2006/relationships" id="258" r:id="Ra4937ca565ae4447"/>
    <p:sldId xmlns:r="http://schemas.openxmlformats.org/officeDocument/2006/relationships" id="259" r:id="R9577ce6ab3184579"/>
    <p:sldId xmlns:r="http://schemas.openxmlformats.org/officeDocument/2006/relationships" id="260" r:id="R1385b28f10a44023"/>
    <p:sldId xmlns:r="http://schemas.openxmlformats.org/officeDocument/2006/relationships" id="261" r:id="R39c7a7e13cf845fc"/>
    <p:sldId xmlns:r="http://schemas.openxmlformats.org/officeDocument/2006/relationships" id="262" r:id="Re97648983cd24382"/>
    <p:sldId xmlns:r="http://schemas.openxmlformats.org/officeDocument/2006/relationships" id="263" r:id="Rfa624437d89249ea"/>
    <p:sldId xmlns:r="http://schemas.openxmlformats.org/officeDocument/2006/relationships" id="264" r:id="Re22e72d95438459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3cad78bdfb4805" /><Relationship Type="http://schemas.openxmlformats.org/officeDocument/2006/relationships/slideMaster" Target="/ppt/slideMasters/slideMaster1.xml" Id="Ra833cb0100034fbc" /><Relationship Type="http://schemas.openxmlformats.org/officeDocument/2006/relationships/notesMaster" Target="/ppt/notesMasters/notesMaster1.xml" Id="Rca408d4bd14b4024" /><Relationship Type="http://schemas.openxmlformats.org/officeDocument/2006/relationships/presProps" Target="/ppt/presProps.xml" Id="R5c5c4e45c8164635" /><Relationship Type="http://schemas.openxmlformats.org/officeDocument/2006/relationships/tableStyles" Target="/ppt/tableStyles.xml" Id="Rb52d31a047da4e9c" /><Relationship Type="http://schemas.openxmlformats.org/officeDocument/2006/relationships/slide" Target="/ppt/slides/slide1.xml" Id="Rd58e9ad3ce604c51" /><Relationship Type="http://schemas.openxmlformats.org/officeDocument/2006/relationships/slide" Target="/ppt/slides/slide2.xml" Id="Re27f02c609cc463e" /><Relationship Type="http://schemas.openxmlformats.org/officeDocument/2006/relationships/slide" Target="/ppt/slides/slide3.xml" Id="Ra4937ca565ae4447" /><Relationship Type="http://schemas.openxmlformats.org/officeDocument/2006/relationships/slide" Target="/ppt/slides/slide4.xml" Id="R9577ce6ab3184579" /><Relationship Type="http://schemas.openxmlformats.org/officeDocument/2006/relationships/slide" Target="/ppt/slides/slide5.xml" Id="R1385b28f10a44023" /><Relationship Type="http://schemas.openxmlformats.org/officeDocument/2006/relationships/slide" Target="/ppt/slides/slide6.xml" Id="R39c7a7e13cf845fc" /><Relationship Type="http://schemas.openxmlformats.org/officeDocument/2006/relationships/slide" Target="/ppt/slides/slide7.xml" Id="Re97648983cd24382" /><Relationship Type="http://schemas.openxmlformats.org/officeDocument/2006/relationships/slide" Target="/ppt/slides/slide8.xml" Id="Rfa624437d89249ea" /><Relationship Type="http://schemas.openxmlformats.org/officeDocument/2006/relationships/slide" Target="/ppt/slides/slide9.xml" Id="Re22e72d9543845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c7ff80877042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60c4d810c74987" /><Relationship Type="http://schemas.openxmlformats.org/officeDocument/2006/relationships/notesMaster" Target="/ppt/notesMasters/notesMaster1.xml" Id="R157d9d6f2a3c43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da691cd18d4f92" /><Relationship Type="http://schemas.openxmlformats.org/officeDocument/2006/relationships/notesMaster" Target="/ppt/notesMasters/notesMaster1.xml" Id="Rd9c0aaa777444b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2a2d5529754735" /><Relationship Type="http://schemas.openxmlformats.org/officeDocument/2006/relationships/notesMaster" Target="/ppt/notesMasters/notesMaster1.xml" Id="R6fd356985e5148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abdb341e36474f" /><Relationship Type="http://schemas.openxmlformats.org/officeDocument/2006/relationships/notesMaster" Target="/ppt/notesMasters/notesMaster1.xml" Id="Rac1e57d6534d4a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7a8f5192474a22" /><Relationship Type="http://schemas.openxmlformats.org/officeDocument/2006/relationships/notesMaster" Target="/ppt/notesMasters/notesMaster1.xml" Id="R0809f3e4746b45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52ad462f494264" /><Relationship Type="http://schemas.openxmlformats.org/officeDocument/2006/relationships/notesMaster" Target="/ppt/notesMasters/notesMaster1.xml" Id="R4d4b604d82b64a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f7ae65e42041eb" /><Relationship Type="http://schemas.openxmlformats.org/officeDocument/2006/relationships/notesMaster" Target="/ppt/notesMasters/notesMaster1.xml" Id="R615e1d6dc98e41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482222afea4da6" /><Relationship Type="http://schemas.openxmlformats.org/officeDocument/2006/relationships/notesMaster" Target="/ppt/notesMasters/notesMaster1.xml" Id="R0d1b95685b4142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853002d3ff4129" /><Relationship Type="http://schemas.openxmlformats.org/officeDocument/2006/relationships/notesMaster" Target="/ppt/notesMasters/notesMaster1.xml" Id="Rbaa74e40b4dd42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 adds explicit state and recovery routing to the bounded agent from Lesson 08.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chapters/09-self-correcting-agent.md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 unhandled validation error ends the application path. Recovery requires a useful observation, not only a try-and-catch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https://www.mlexpert.io/academy/v1/ai-agents/self-correcting-agent</a:t>
            </a:r>
          </a:p>
          <a:p xmlns:a="http://schemas.openxmlformats.org/drawingml/2006/main">
            <a:r>
              <a:t>- Course chapter: chapters/09-self-correcting-agent.md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separates the model decision node, deterministic tool node, finish node, and guardrail routes. State remains visible and serializable.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https://docs.langchain.com/oss/python/langgraph/graph-api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tool returns a typed error with the rejected metric and valid alternatives. This observation becomes context for the next model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https://www.mlexpert.io/academy/v1/ai-agents/self-correcting-agent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Conditional edges route from the agent to tools, finish, or a guardrail. The model does not own these stop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https://docs.langchain.com/oss/python/langgraph/graph-api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request deliberately uses PE so every classroom run exposes the structured recovery path. The fixture is controlled and not live market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assets/course-data/market/lesson09_metrics_snapshot_v1.json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corrected trace obtains successful P/E observations for NVIDIA and Schneider Electric before finishing.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- assets/course-data/market/lesson09_metrics_snapshot_v1.json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MAX_RETRIES counts model-caused validation failures. MAX_TOOL_CALLS bounds every tool execution. Neither budget guarantees answer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- https://docs.langchain.com/oss/python/langgraph/thinking-in-langgraph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Production self-correction requires precise feedback, explicit state, and hard limits. Lesson 10 exposes the same typed capabilities through MCP.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chapters/09-self-correcting-agent.md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bb98ab7fcd44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7800de80f544f9" /><Relationship Type="http://schemas.openxmlformats.org/officeDocument/2006/relationships/slideLayout" Target="/ppt/slideLayouts/slideLayout1.xml" Id="R7087af3d6b1140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87af3d6b1140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e98f760164b61" /><Relationship Type="http://schemas.openxmlformats.org/officeDocument/2006/relationships/notesSlide" Target="/ppt/notesSlides/notesSlide1.xml" Id="R2b9d37ad9fe644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1a4d5935e4ac9" /><Relationship Type="http://schemas.openxmlformats.org/officeDocument/2006/relationships/notesSlide" Target="/ppt/notesSlides/notesSlide2.xml" Id="R28c110f530aa43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7a35e0d1a48bb" /><Relationship Type="http://schemas.openxmlformats.org/officeDocument/2006/relationships/notesSlide" Target="/ppt/notesSlides/notesSlide3.xml" Id="Raed65b74a5954a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3a7725a4b4640" /><Relationship Type="http://schemas.openxmlformats.org/officeDocument/2006/relationships/notesSlide" Target="/ppt/notesSlides/notesSlide4.xml" Id="Rd5254efa4f6f4b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5f99c41dd43e9" /><Relationship Type="http://schemas.openxmlformats.org/officeDocument/2006/relationships/notesSlide" Target="/ppt/notesSlides/notesSlide5.xml" Id="R4dc6f4a20ba142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e034a81474a39" /><Relationship Type="http://schemas.openxmlformats.org/officeDocument/2006/relationships/notesSlide" Target="/ppt/notesSlides/notesSlide6.xml" Id="R2f943e4807624b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8f75852f34f4a" /><Relationship Type="http://schemas.openxmlformats.org/officeDocument/2006/relationships/notesSlide" Target="/ppt/notesSlides/notesSlide7.xml" Id="Re8306a4545a945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24a0200374675" /><Relationship Type="http://schemas.openxmlformats.org/officeDocument/2006/relationships/notesSlide" Target="/ppt/notesSlides/notesSlide8.xml" Id="Rfe8c6982785d44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5359f916a43bf" /><Relationship Type="http://schemas.openxmlformats.org/officeDocument/2006/relationships/notesSlide" Target="/ppt/notesSlides/notesSlide9.xml" Id="Rff2d1ecbaaa24c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Self-Correcting Financial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Use tool errors to correct the next action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09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RECOVERY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 unhandled tool error ends the task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User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 P/E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 = PE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Exception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application stops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trace ends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Catching the error is not enough. The model needs useful feedback.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before recovery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error · failed task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PROBLEM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EXPLICIT GRAPH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LangGraph makes every route visible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reads state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chooses action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</a:t>
            </a:r>
            <a:b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</a:b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 request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result or error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error_count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tool_calls ·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state update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FINISH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 from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successful data</a:t>
            </a:r>
          </a:p>
        </p:txBody>
      </p:sp>
      <p:cxnSp>
        <p:nvCxnSpPr>
          <p:cNvPr id="292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9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CONDITIONAL ROUTES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tools · finish · guards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 · decision · observation · budgets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Errors return to the agent as context. Budgets remain application-owned.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GRAPH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ERRORS BECOME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precise error tells the agent what to change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INVALID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get_metric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ticker = NVDA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= 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rejected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retryable = 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 metrics: EPS, P/E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CORRECTED REQUEST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ticker = NVDA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= P/E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valid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tool returns a typed observation. The notebook does not crash.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FEEDBACK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CONDITIONAL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State decides where the graph goes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AGENT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check budgets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update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BUDGET 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MAX_RETRIES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MAX_TOOL_CALLS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proposes. LangGraph routes. Python executes.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ROUTE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ATTEMPT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tool rejects PE and returns the valid names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 P/E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metric = PE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 request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EPS, P/E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Nothing is hidden. The failed action stays in the trace.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error_count =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retry available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SELF-CORRECTION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agent reads the error and retries with P/E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Correct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 = P/E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P/E = 52.4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Schneider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P/E = 31.8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Finish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 + date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External feedback changes the next observable action.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MAX_RETRIES =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tool_calls = 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RECOVER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Two budgets prevent an endless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MAX_RETRIES =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retry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errors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second failure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MAX_TOOL_CALLS =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 calls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success + 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fourth call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FINAL 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required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successful data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REFUSE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Budgets bound behavior. They do not guarantee answer quality.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GUARDS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PRODUCTION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Self-correction needs feedback, state and limits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reduces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errors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LANG</a:t>
            </a:r>
            <a:b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</a:b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 feedback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changes next action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MAX_RETRIES =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state · clear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MAX_TOOL_CALLS = 4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tools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discovered at runtime</a:t>
            </a:r>
          </a:p>
        </p:txBody>
      </p:sp>
      <p:cxnSp>
        <p:nvCxnSpPr>
          <p:cNvPr id="292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9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typed errors · bounded retries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 NOT ASSUME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self-correction guarantees truth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expose financial tools and resources through MCP.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2026-08-21T16:58:48.4490000Z</dcterms:created>
  <dcterms:modified xsi:type="dcterms:W3CDTF">2026-08-21T16:58:48.4490000Z</dcterms:modified>
</coreProperties>
</file>