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30ee0102af4408" /><Relationship Type="http://schemas.openxmlformats.org/officeDocument/2006/relationships/extended-properties" Target="/docProps/app.xml" Id="R12c997ada6b74f5f" /><Relationship Type="http://schemas.openxmlformats.org/officeDocument/2006/relationships/officeDocument" Target="/ppt/presentation.xml" Id="R65f64d0194874e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92902160a44f93"/>
  </p:sldMasterIdLst>
  <p:notesMasterIdLst>
    <p:notesMasterId xmlns:r="http://schemas.openxmlformats.org/officeDocument/2006/relationships" r:id="Rcd8245817adf417a"/>
  </p:notesMasterIdLst>
  <p:sldIdLst>
    <p:sldId xmlns:r="http://schemas.openxmlformats.org/officeDocument/2006/relationships" id="256" r:id="R4d24a3c99801437a"/>
    <p:sldId xmlns:r="http://schemas.openxmlformats.org/officeDocument/2006/relationships" id="257" r:id="R610eba24c6ef4c32"/>
    <p:sldId xmlns:r="http://schemas.openxmlformats.org/officeDocument/2006/relationships" id="258" r:id="R51bc08969ac5430a"/>
    <p:sldId xmlns:r="http://schemas.openxmlformats.org/officeDocument/2006/relationships" id="259" r:id="R3cb08bfdbc4f45d4"/>
    <p:sldId xmlns:r="http://schemas.openxmlformats.org/officeDocument/2006/relationships" id="260" r:id="Rb844df666a864661"/>
    <p:sldId xmlns:r="http://schemas.openxmlformats.org/officeDocument/2006/relationships" id="261" r:id="Rb9c1aed71d8940bd"/>
    <p:sldId xmlns:r="http://schemas.openxmlformats.org/officeDocument/2006/relationships" id="262" r:id="R02b38c7974334bb7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92bc5a25cf4732" /><Relationship Type="http://schemas.openxmlformats.org/officeDocument/2006/relationships/slideMaster" Target="/ppt/slideMasters/slideMaster1.xml" Id="Rfe92902160a44f93" /><Relationship Type="http://schemas.openxmlformats.org/officeDocument/2006/relationships/notesMaster" Target="/ppt/notesMasters/notesMaster1.xml" Id="Rcd8245817adf417a" /><Relationship Type="http://schemas.openxmlformats.org/officeDocument/2006/relationships/presProps" Target="/ppt/presProps.xml" Id="R09ee9ece2bff4816" /><Relationship Type="http://schemas.openxmlformats.org/officeDocument/2006/relationships/tableStyles" Target="/ppt/tableStyles.xml" Id="R17b0099833314d12" /><Relationship Type="http://schemas.openxmlformats.org/officeDocument/2006/relationships/slide" Target="/ppt/slides/slide1.xml" Id="R4d24a3c99801437a" /><Relationship Type="http://schemas.openxmlformats.org/officeDocument/2006/relationships/slide" Target="/ppt/slides/slide2.xml" Id="R610eba24c6ef4c32" /><Relationship Type="http://schemas.openxmlformats.org/officeDocument/2006/relationships/slide" Target="/ppt/slides/slide3.xml" Id="R51bc08969ac5430a" /><Relationship Type="http://schemas.openxmlformats.org/officeDocument/2006/relationships/slide" Target="/ppt/slides/slide4.xml" Id="R3cb08bfdbc4f45d4" /><Relationship Type="http://schemas.openxmlformats.org/officeDocument/2006/relationships/slide" Target="/ppt/slides/slide5.xml" Id="Rb844df666a864661" /><Relationship Type="http://schemas.openxmlformats.org/officeDocument/2006/relationships/slide" Target="/ppt/slides/slide6.xml" Id="Rb9c1aed71d8940bd" /><Relationship Type="http://schemas.openxmlformats.org/officeDocument/2006/relationships/slide" Target="/ppt/slides/slide7.xml" Id="R02b38c7974334b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5cac34c6aa4b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4728a7c6e042c1" /><Relationship Type="http://schemas.openxmlformats.org/officeDocument/2006/relationships/notesMaster" Target="/ppt/notesMasters/notesMaster1.xml" Id="R688a931223e34d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eb0eb003a84aa9" /><Relationship Type="http://schemas.openxmlformats.org/officeDocument/2006/relationships/notesMaster" Target="/ppt/notesMasters/notesMaster1.xml" Id="Re11a6f5b744a47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f1c974a5574729" /><Relationship Type="http://schemas.openxmlformats.org/officeDocument/2006/relationships/notesMaster" Target="/ppt/notesMasters/notesMaster1.xml" Id="Rf1311605a9f24c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17717d6d314f96" /><Relationship Type="http://schemas.openxmlformats.org/officeDocument/2006/relationships/notesMaster" Target="/ppt/notesMasters/notesMaster1.xml" Id="R38cc1233cb2c45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56ca8b8c674c5d" /><Relationship Type="http://schemas.openxmlformats.org/officeDocument/2006/relationships/notesMaster" Target="/ppt/notesMasters/notesMaster1.xml" Id="Rcadace18296440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a96ebce29c4f4d" /><Relationship Type="http://schemas.openxmlformats.org/officeDocument/2006/relationships/notesMaster" Target="/ppt/notesMasters/notesMaster1.xml" Id="Rdf12a8dc27f348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99238d67214c88" /><Relationship Type="http://schemas.openxmlformats.org/officeDocument/2006/relationships/notesMaster" Target="/ppt/notesMasters/notesMaster1.xml" Id="R7ffc3193da8a4f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structured outputs to the next application boundary: which source information enters each call.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five mechanisms. Context supplies information now; Cache reuses a prefix; Memory retains state; Grounding checks evidence support; RAG selects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- https://docs.langchain.com/oss/python/langgraph/add-memory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ContextDecision as a typed application record: estimated input, available capacity, route and reason are produced before generation.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Only the stable prefix is reusable. The answer is generated for each question, and latency alone does not prove a cache hit.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context window is capacity, not guaranteed attention. Separate the deterministic budget gate from empirical question-level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https://arxiv.org/abs/2307.03172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complete context for one bounded stable source; use retrieval when evidence must be selected from a large or changing corpus.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into the notebook: budget the NVIDIA extract, inspect ContextDecision, measure two calls, then force an explicit RAG route.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https://developers.openai.com/api/docs/guides/prompt-caching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c281da56754d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47d2185ca14ed6" /><Relationship Type="http://schemas.openxmlformats.org/officeDocument/2006/relationships/slideLayout" Target="/ppt/slideLayouts/slideLayout1.xml" Id="R14f95d76558649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f95d76558649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b0b2e491f40ca" /><Relationship Type="http://schemas.openxmlformats.org/officeDocument/2006/relationships/notesSlide" Target="/ppt/notesSlides/notesSlide1.xml" Id="R4e48251a65254a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2addb1cc34f25" /><Relationship Type="http://schemas.openxmlformats.org/officeDocument/2006/relationships/notesSlide" Target="/ppt/notesSlides/notesSlide2.xml" Id="Rfc9320a39df64a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f4373d0894694" /><Relationship Type="http://schemas.openxmlformats.org/officeDocument/2006/relationships/notesSlide" Target="/ppt/notesSlides/notesSlide3.xml" Id="R3b9c0522ae1a44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fc30300ac489e" /><Relationship Type="http://schemas.openxmlformats.org/officeDocument/2006/relationships/notesSlide" Target="/ppt/notesSlides/notesSlide4.xml" Id="Re8cfac0ad86747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a19d5f2cc42ed" /><Relationship Type="http://schemas.openxmlformats.org/officeDocument/2006/relationships/notesSlide" Target="/ppt/notesSlides/notesSlide5.xml" Id="R10305afc51b843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ec2ab461894a24" /><Relationship Type="http://schemas.openxmlformats.org/officeDocument/2006/relationships/notesSlide" Target="/ppt/notesSlides/notesSlide6.xml" Id="Re07415c8e76140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7b93b0db243da" /><Relationship Type="http://schemas.openxmlformats.org/officeDocument/2006/relationships/notesSlide" Target="/ppt/notesSlides/notesSlide7.xml" Id="Re8c1b2a78998439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 Engineering &amp; CAG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Complete-document analysis before retrieval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03  ·  10:45–11:30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SYSTEM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Five mechanisms, five distinct responsibilities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Information supplied to this model 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CACHE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Reuse of an exact stable prefix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separate = {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"memory": interaction_state,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"grounding": evidence_support,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"RAG": selected_evidence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Mechanisms can coexist; none is a synonym for another.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BOUNDARIES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ROUTING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ContextDecision makes the CAG/RAG gate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Estimate complete input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COUNT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available capacity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Return route + reason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RECORD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Generate only after gate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TYPED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Context
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route · tokens
reason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The same object becomes trace data in Lesson 07.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 CACHING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CAG reuses the document prefix, not the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PREFIX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Instructions + source remain byte-for-byte identical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VARIABLE SUFFIX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question is appended after the document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Request A: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policy → document → question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Request B: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policy → document → question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Measure cache telemetry; latency alone does not prove a hit.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CACHE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long context can fit and still be the wrong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The window is capacity—not guaranteed attention.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Window overflow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Relevance dilution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Lost in the middle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Latency and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Privacy scope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a deterministic budget gate; evaluate attention with representative questions.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ROUTING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CAG fits bounded sources; RAG selects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Direct CAG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One stable, bounded document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Retrieval + RAG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Large, changing or multi-document corpus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[USE]  complete context · repeated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[USE]  select evidence · preserve citations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route is an application decision recorded before generation.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ROUTING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NOTEBOOK 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Make the CAG boundary visible before building retrieval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Load the NVIDIA fiscal 2026 extract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Visualize the context allocation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Ask two repeated-prefix questions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Force the budget gate to reject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NOW 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Load → budget → ask → stress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Five executable figures; same notebook code with Ollama or OpenAI.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2026-08-16T06:19:18.5140000Z</dcterms:created>
  <dcterms:modified xsi:type="dcterms:W3CDTF">2026-08-16T06:19:18.5140000Z</dcterms:modified>
</coreProperties>
</file>