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ce01f03ed5456c" /><Relationship Type="http://schemas.openxmlformats.org/officeDocument/2006/relationships/extended-properties" Target="/docProps/app.xml" Id="R1dc75f2634934160" /><Relationship Type="http://schemas.openxmlformats.org/officeDocument/2006/relationships/officeDocument" Target="/ppt/presentation.xml" Id="Re182d92f079642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730159e7e04962"/>
  </p:sldMasterIdLst>
  <p:notesMasterIdLst>
    <p:notesMasterId xmlns:r="http://schemas.openxmlformats.org/officeDocument/2006/relationships" r:id="R436dee3bc4a74dab"/>
  </p:notesMasterIdLst>
  <p:sldIdLst>
    <p:sldId xmlns:r="http://schemas.openxmlformats.org/officeDocument/2006/relationships" id="256" r:id="Rd3165d101bf84a70"/>
    <p:sldId xmlns:r="http://schemas.openxmlformats.org/officeDocument/2006/relationships" id="257" r:id="R85d6e5e467224f40"/>
    <p:sldId xmlns:r="http://schemas.openxmlformats.org/officeDocument/2006/relationships" id="258" r:id="Rda0d5255683a429e"/>
    <p:sldId xmlns:r="http://schemas.openxmlformats.org/officeDocument/2006/relationships" id="259" r:id="Rf439c962175c493f"/>
    <p:sldId xmlns:r="http://schemas.openxmlformats.org/officeDocument/2006/relationships" id="260" r:id="R5fce838a1c8a478a"/>
    <p:sldId xmlns:r="http://schemas.openxmlformats.org/officeDocument/2006/relationships" id="261" r:id="R6fe314478f914e65"/>
    <p:sldId xmlns:r="http://schemas.openxmlformats.org/officeDocument/2006/relationships" id="262" r:id="R76e80cdc47e346b3"/>
    <p:sldId xmlns:r="http://schemas.openxmlformats.org/officeDocument/2006/relationships" id="263" r:id="Rd5d34eb10cb043b2"/>
    <p:sldId xmlns:r="http://schemas.openxmlformats.org/officeDocument/2006/relationships" id="264" r:id="R844f16d6b29749f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eab2dfde2d4c1b" /><Relationship Type="http://schemas.openxmlformats.org/officeDocument/2006/relationships/slideMaster" Target="/ppt/slideMasters/slideMaster1.xml" Id="R5e730159e7e04962" /><Relationship Type="http://schemas.openxmlformats.org/officeDocument/2006/relationships/notesMaster" Target="/ppt/notesMasters/notesMaster1.xml" Id="R436dee3bc4a74dab" /><Relationship Type="http://schemas.openxmlformats.org/officeDocument/2006/relationships/presProps" Target="/ppt/presProps.xml" Id="R3d377406d97b4fce" /><Relationship Type="http://schemas.openxmlformats.org/officeDocument/2006/relationships/tableStyles" Target="/ppt/tableStyles.xml" Id="R928461943afa4923" /><Relationship Type="http://schemas.openxmlformats.org/officeDocument/2006/relationships/slide" Target="/ppt/slides/slide1.xml" Id="Rd3165d101bf84a70" /><Relationship Type="http://schemas.openxmlformats.org/officeDocument/2006/relationships/slide" Target="/ppt/slides/slide2.xml" Id="R85d6e5e467224f40" /><Relationship Type="http://schemas.openxmlformats.org/officeDocument/2006/relationships/slide" Target="/ppt/slides/slide3.xml" Id="Rda0d5255683a429e" /><Relationship Type="http://schemas.openxmlformats.org/officeDocument/2006/relationships/slide" Target="/ppt/slides/slide4.xml" Id="Rf439c962175c493f" /><Relationship Type="http://schemas.openxmlformats.org/officeDocument/2006/relationships/slide" Target="/ppt/slides/slide5.xml" Id="R5fce838a1c8a478a" /><Relationship Type="http://schemas.openxmlformats.org/officeDocument/2006/relationships/slide" Target="/ppt/slides/slide6.xml" Id="R6fe314478f914e65" /><Relationship Type="http://schemas.openxmlformats.org/officeDocument/2006/relationships/slide" Target="/ppt/slides/slide7.xml" Id="R76e80cdc47e346b3" /><Relationship Type="http://schemas.openxmlformats.org/officeDocument/2006/relationships/slide" Target="/ppt/slides/slide8.xml" Id="Rd5d34eb10cb043b2" /><Relationship Type="http://schemas.openxmlformats.org/officeDocument/2006/relationships/slide" Target="/ppt/slides/slide9.xml" Id="R844f16d6b29749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87f284f2f141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16182393694a5c" /><Relationship Type="http://schemas.openxmlformats.org/officeDocument/2006/relationships/notesMaster" Target="/ppt/notesMasters/notesMaster1.xml" Id="Rd36415fb1f3a48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85fd3620a9446c" /><Relationship Type="http://schemas.openxmlformats.org/officeDocument/2006/relationships/notesMaster" Target="/ppt/notesMasters/notesMaster1.xml" Id="Rcc9ef095fb6444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810a072d104ca3" /><Relationship Type="http://schemas.openxmlformats.org/officeDocument/2006/relationships/notesMaster" Target="/ppt/notesMasters/notesMaster1.xml" Id="R1db99b3f46bd49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4973b5d27347be" /><Relationship Type="http://schemas.openxmlformats.org/officeDocument/2006/relationships/notesMaster" Target="/ppt/notesMasters/notesMaster1.xml" Id="R5a4e092ee6da45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51ccbef6c446ca" /><Relationship Type="http://schemas.openxmlformats.org/officeDocument/2006/relationships/notesMaster" Target="/ppt/notesMasters/notesMaster1.xml" Id="Rc62458684ffb40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c9ae12e7f44296" /><Relationship Type="http://schemas.openxmlformats.org/officeDocument/2006/relationships/notesMaster" Target="/ppt/notesMasters/notesMaster1.xml" Id="Rd60110f408fa47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f988b78cfe9452e" /><Relationship Type="http://schemas.openxmlformats.org/officeDocument/2006/relationships/notesMaster" Target="/ppt/notesMasters/notesMaster1.xml" Id="R27010594137f41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3c7f9f379c4bb9" /><Relationship Type="http://schemas.openxmlformats.org/officeDocument/2006/relationships/notesMaster" Target="/ppt/notesMasters/notesMaster1.xml" Id="R7136b2206f1f4f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8abe2e737c4b09" /><Relationship Type="http://schemas.openxmlformats.org/officeDocument/2006/relationships/notesMaster" Target="/ppt/notesMasters/notesMaster1.xml" Id="R633554c80eb547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outcome: one measured application boundary supports local Ollama and hosted OpenAI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Configuration selects the provider adapter; application code consumes one normalized response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stable system instructions from the current question and evidence. These roles remain inspectable and versionable.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Latency and available token counts are application data. Streaming improves delivery latency but does not add evidence or factual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https://developers.openai.com/api/docs/guides/streaming-responses</a:t>
            </a:r>
          </a:p>
          <a:p xmlns:a="http://schemas.openxmlformats.org/drawingml/2006/main">
            <a:r>
              <a:t>- https://docs.ollama.com/api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Let the technically successful call fail as analysis. Ask students to name the five missing contract elements before revealing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values are paraphrased from NVIDIA's fiscal 2026 Form 10-K. The evidence supports reported observations, not valuation or a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four transparent checks, then move into the notebook. The remaining course path adds structured outputs, context, RAG, evaluation, agents and MCP.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https://developers.openai.com/api/docs/guides/prompt-engineering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chapters/01-model-gateway.md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chapters/01-model-gateway.md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a662e1d9945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301018a8ad4277" /><Relationship Type="http://schemas.openxmlformats.org/officeDocument/2006/relationships/slideLayout" Target="/ppt/slideLayouts/slideLayout1.xml" Id="R28fe8e2ba2524c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fe8e2ba2524c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deaee4a7a492f" /><Relationship Type="http://schemas.openxmlformats.org/officeDocument/2006/relationships/notesSlide" Target="/ppt/notesSlides/notesSlide1.xml" Id="Rbdbcd6667b1549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7ac2f0db64e91" /><Relationship Type="http://schemas.openxmlformats.org/officeDocument/2006/relationships/notesSlide" Target="/ppt/notesSlides/notesSlide2.xml" Id="R5ea7eae6bfee4e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75e4228cd48af" /><Relationship Type="http://schemas.openxmlformats.org/officeDocument/2006/relationships/notesSlide" Target="/ppt/notesSlides/notesSlide3.xml" Id="R852c67f60a8645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590520f7642ab" /><Relationship Type="http://schemas.openxmlformats.org/officeDocument/2006/relationships/notesSlide" Target="/ppt/notesSlides/notesSlide4.xml" Id="R0449bc62e2e24e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e5f5524af43f7" /><Relationship Type="http://schemas.openxmlformats.org/officeDocument/2006/relationships/notesSlide" Target="/ppt/notesSlides/notesSlide5.xml" Id="Recd261565a0e4b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9a0d797c74736" /><Relationship Type="http://schemas.openxmlformats.org/officeDocument/2006/relationships/notesSlide" Target="/ppt/notesSlides/notesSlide6.xml" Id="Rc0d2d6dc3eed49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f6feed0ed4b3e" /><Relationship Type="http://schemas.openxmlformats.org/officeDocument/2006/relationships/notesSlide" Target="/ppt/notesSlides/notesSlide7.xml" Id="R775a5ff959c64ec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9ddf8926440fa" /><Relationship Type="http://schemas.openxmlformats.org/officeDocument/2006/relationships/notesSlide" Target="/ppt/notesSlides/notesSlide8.xml" Id="R7c2912780abd4d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a10bf1399441f1" /><Relationship Type="http://schemas.openxmlformats.org/officeDocument/2006/relationships/notesSlide" Target="/ppt/notesSlides/notesSlide9.xml" Id="R31746309890442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interface for local and hosted 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01  ·  09:30–10:00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boundary keeps application code stable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endpoint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invoke(messages)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OLLAMA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local · private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hosted · metered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NORMALISED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  ·  model  ·  response  ·  latency  ·  tokens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Provider selection changes through configuration—not notebook logic.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MESSAGE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Messages make the model call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role, boundaries and evidence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HUMAN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Current question and supplied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messages = [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("system", stable_instructions),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("human", question_and_evidence),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Explicit roles are easier to test, version and trace.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Measure the run; stream the 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ModelRun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latency · tokens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GATEWAY 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typed measurement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available or None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STREAMING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partial delivery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ENGINEERING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metadata stays 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Streaming changes delivery—not factual quality.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OBSERVABILITY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successful API call can still fail as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“What is happening with AI demand?”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Output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larger model cannot recover a missing application contract reliably.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FISCAL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Real evidence makes the question answerable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$215.9bn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Revenue · +65% year on year  [F1]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$193.7bn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Data Center · +68% year on year  [F2]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[F3]  Gaming revenue: $16.0bn · +41%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[F4]  Gross margin decreased; H20-related charge: $4.5bn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supports growth and segment-scale observations—not valuation or a price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4/4 check separates execution from basic grounding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and reporting period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Two+ metrics; no new numbers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At least two evidence citations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explicit limitation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COURSE PATH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Measure → ground → verify
then structured output → RAG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Next: structured output → context → RAG → evaluation → agents → MCP.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01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978B3153-5795-42DC-8F43-92017E25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Which component hides provider-specific details?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8C82FFED-AAD5-46E1-B8A1-DE96978D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Prompt     |     B  Model gateway     |     C  Vector database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04A6BCD9-146A-498F-8ABA-21C97E34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does streaming mainly change?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3FE8F5DC-6EBC-49A4-87F8-1BB09EAC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Delivery     |     B  Grounding     |     C  Factual quality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01A332D2-FD44-44AA-8DB4-875ACE1E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should the gateway record when token metadata is missing?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C270705C-CBF2-49FA-A949-07B07719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Zero     |     B  None     |     C  An estimate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01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3204DA93-A6A4-440A-8B66-1D43E067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B. Model gateway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1AE726AF-4E9A-4C19-BF3B-6A6049C8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It keeps provider changes behind one stable application interface.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5CF84115-5676-4FDB-8457-A8680B20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Delivery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0A11BD1-E2FB-4B9E-9E45-B60ED36E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Streaming changes when output appears, not whether the answer is grounded.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555D52B7-D7E5-4BB9-8818-7ED7557C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B. None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0196E178-EF1C-4FC5-852F-64D157DA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Missing metadata stays unknown instead of becoming an invented number.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2026-08-24T19:24:30.9170000Z</dcterms:created>
  <dcterms:modified xsi:type="dcterms:W3CDTF">2026-08-24T19:24:30.9170000Z</dcterms:modified>
</coreProperties>
</file>