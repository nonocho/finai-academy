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ec1bba736b41ad" /><Relationship Type="http://schemas.openxmlformats.org/officeDocument/2006/relationships/extended-properties" Target="/docProps/app.xml" Id="Rdfe49431e2334b74" /><Relationship Type="http://schemas.openxmlformats.org/officeDocument/2006/relationships/officeDocument" Target="/ppt/presentation.xml" Id="Rf6a4492b3fb848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019339bfef4374"/>
  </p:sldMasterIdLst>
  <p:notesMasterIdLst>
    <p:notesMasterId xmlns:r="http://schemas.openxmlformats.org/officeDocument/2006/relationships" r:id="R1a72bae5d9244703"/>
  </p:notesMasterIdLst>
  <p:sldIdLst>
    <p:sldId xmlns:r="http://schemas.openxmlformats.org/officeDocument/2006/relationships" id="256" r:id="R3623f8762c0041c3"/>
    <p:sldId xmlns:r="http://schemas.openxmlformats.org/officeDocument/2006/relationships" id="257" r:id="Rad5febee051240ff"/>
    <p:sldId xmlns:r="http://schemas.openxmlformats.org/officeDocument/2006/relationships" id="258" r:id="R7d9997dcff7749b9"/>
    <p:sldId xmlns:r="http://schemas.openxmlformats.org/officeDocument/2006/relationships" id="259" r:id="Reb19b30c03c14543"/>
    <p:sldId xmlns:r="http://schemas.openxmlformats.org/officeDocument/2006/relationships" id="260" r:id="R50fd9e211df84aa7"/>
    <p:sldId xmlns:r="http://schemas.openxmlformats.org/officeDocument/2006/relationships" id="261" r:id="Rd0e253d17a524620"/>
    <p:sldId xmlns:r="http://schemas.openxmlformats.org/officeDocument/2006/relationships" id="262" r:id="Rfff2d324a72d449e"/>
    <p:sldId xmlns:r="http://schemas.openxmlformats.org/officeDocument/2006/relationships" id="263" r:id="Rec8f73c88f1140c7"/>
    <p:sldId xmlns:r="http://schemas.openxmlformats.org/officeDocument/2006/relationships" id="264" r:id="Rcf5c0bbebbcc4a3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1fa9ad4a134880" /><Relationship Type="http://schemas.openxmlformats.org/officeDocument/2006/relationships/slideMaster" Target="/ppt/slideMasters/slideMaster1.xml" Id="R9b019339bfef4374" /><Relationship Type="http://schemas.openxmlformats.org/officeDocument/2006/relationships/notesMaster" Target="/ppt/notesMasters/notesMaster1.xml" Id="R1a72bae5d9244703" /><Relationship Type="http://schemas.openxmlformats.org/officeDocument/2006/relationships/presProps" Target="/ppt/presProps.xml" Id="R5e3e55f2828d49a6" /><Relationship Type="http://schemas.openxmlformats.org/officeDocument/2006/relationships/tableStyles" Target="/ppt/tableStyles.xml" Id="Rd108ad54cade4832" /><Relationship Type="http://schemas.openxmlformats.org/officeDocument/2006/relationships/slide" Target="/ppt/slides/slide1.xml" Id="R3623f8762c0041c3" /><Relationship Type="http://schemas.openxmlformats.org/officeDocument/2006/relationships/slide" Target="/ppt/slides/slide2.xml" Id="Rad5febee051240ff" /><Relationship Type="http://schemas.openxmlformats.org/officeDocument/2006/relationships/slide" Target="/ppt/slides/slide3.xml" Id="R7d9997dcff7749b9" /><Relationship Type="http://schemas.openxmlformats.org/officeDocument/2006/relationships/slide" Target="/ppt/slides/slide4.xml" Id="Reb19b30c03c14543" /><Relationship Type="http://schemas.openxmlformats.org/officeDocument/2006/relationships/slide" Target="/ppt/slides/slide5.xml" Id="R50fd9e211df84aa7" /><Relationship Type="http://schemas.openxmlformats.org/officeDocument/2006/relationships/slide" Target="/ppt/slides/slide6.xml" Id="Rd0e253d17a524620" /><Relationship Type="http://schemas.openxmlformats.org/officeDocument/2006/relationships/slide" Target="/ppt/slides/slide7.xml" Id="Rfff2d324a72d449e" /><Relationship Type="http://schemas.openxmlformats.org/officeDocument/2006/relationships/slide" Target="/ppt/slides/slide8.xml" Id="Rec8f73c88f1140c7" /><Relationship Type="http://schemas.openxmlformats.org/officeDocument/2006/relationships/slide" Target="/ppt/slides/slide9.xml" Id="Rcf5c0bbebbcc4a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965576737d45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f1771c077c4fbc" /><Relationship Type="http://schemas.openxmlformats.org/officeDocument/2006/relationships/notesMaster" Target="/ppt/notesMasters/notesMaster1.xml" Id="R0d904cc0873444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5aa79adf44454c" /><Relationship Type="http://schemas.openxmlformats.org/officeDocument/2006/relationships/notesMaster" Target="/ppt/notesMasters/notesMaster1.xml" Id="Rc5f541d366d84c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d6e5e064b748bf" /><Relationship Type="http://schemas.openxmlformats.org/officeDocument/2006/relationships/notesMaster" Target="/ppt/notesMasters/notesMaster1.xml" Id="R11d33332c50043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28b9a7c41b4b9c" /><Relationship Type="http://schemas.openxmlformats.org/officeDocument/2006/relationships/notesMaster" Target="/ppt/notesMasters/notesMaster1.xml" Id="R80474c597bf24d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83f9b879a64be9" /><Relationship Type="http://schemas.openxmlformats.org/officeDocument/2006/relationships/notesMaster" Target="/ppt/notesMasters/notesMaster1.xml" Id="R6918861347494b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4a760cc9774e31" /><Relationship Type="http://schemas.openxmlformats.org/officeDocument/2006/relationships/notesMaster" Target="/ppt/notesMasters/notesMaster1.xml" Id="R48f9554fc0f841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b2f1fede154f74" /><Relationship Type="http://schemas.openxmlformats.org/officeDocument/2006/relationships/notesMaster" Target="/ppt/notesMasters/notesMaster1.xml" Id="Re4238d257afe44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78537742b04222" /><Relationship Type="http://schemas.openxmlformats.org/officeDocument/2006/relationships/notesMaster" Target="/ppt/notesMasters/notesMaster1.xml" Id="Rb0b53ae7816748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eec9f62b514c54" /><Relationship Type="http://schemas.openxmlformats.org/officeDocument/2006/relationships/notesMaster" Target="/ppt/notesMasters/notesMaster1.xml" Id="R1833ac1c6e7a4e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https://github.com/modelcontextprotocol/python-sdk/blob/main/docs/get-started/first-steps.md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b4355019643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44f1cd112f4fc4" /><Relationship Type="http://schemas.openxmlformats.org/officeDocument/2006/relationships/slideLayout" Target="/ppt/slideLayouts/slideLayout1.xml" Id="R8d5af308b7a345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5af308b7a345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08c1568e04b11" /><Relationship Type="http://schemas.openxmlformats.org/officeDocument/2006/relationships/notesSlide" Target="/ppt/notesSlides/notesSlide1.xml" Id="Re84441e4803b4b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713b1bb7a4565" /><Relationship Type="http://schemas.openxmlformats.org/officeDocument/2006/relationships/notesSlide" Target="/ppt/notesSlides/notesSlide2.xml" Id="R1212897b1a2143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680522a724fc2" /><Relationship Type="http://schemas.openxmlformats.org/officeDocument/2006/relationships/notesSlide" Target="/ppt/notesSlides/notesSlide3.xml" Id="Rea80f26cf2404f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45084cbf4463b" /><Relationship Type="http://schemas.openxmlformats.org/officeDocument/2006/relationships/notesSlide" Target="/ppt/notesSlides/notesSlide4.xml" Id="R8e7d61ad89bf41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3e6c260cd64ea6" /><Relationship Type="http://schemas.openxmlformats.org/officeDocument/2006/relationships/notesSlide" Target="/ppt/notesSlides/notesSlide5.xml" Id="R101e3117bb4a4d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a56cd01d64987" /><Relationship Type="http://schemas.openxmlformats.org/officeDocument/2006/relationships/notesSlide" Target="/ppt/notesSlides/notesSlide6.xml" Id="R1d8346d4c28d49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270b15aeb4f28" /><Relationship Type="http://schemas.openxmlformats.org/officeDocument/2006/relationships/notesSlide" Target="/ppt/notesSlides/notesSlide7.xml" Id="Rd666d1312bef49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d8efc03c24455" /><Relationship Type="http://schemas.openxmlformats.org/officeDocument/2006/relationships/notesSlide" Target="/ppt/notesSlides/notesSlide8.xml" Id="R5ce389ddf9e341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84e7428d34cdd" /><Relationship Type="http://schemas.openxmlformats.org/officeDocument/2006/relationships/notesSlide" Target="/ppt/notesSlides/notesSlide9.xml" Id="Ra87a23f0e29c4e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Build a Financial MCP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Discover capabilities instead of importing server functions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10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DIRECT IMPORT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Direct import creates tight coupling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imports function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Function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owns logic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breaks contract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finds failure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Deploy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moves together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Coupling makes a process boundary hard to change.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direct import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shared release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COUPLING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Host, client, server, transport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owns lifecycle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permission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calls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schema · request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response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declares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cxnSp>
        <p:nvCxnSpPr>
          <p:cNvPr id="32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21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TRANSPORT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stdio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· allowlist · final 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The host owns context, policy, and the final answer.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PRIMITIVES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Resources, tools, prompts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controls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finance://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proposes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 approves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compare_companies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primitive has a different controller.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CAPABILITY CATALOG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server, four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finance://coverage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compare_companies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controlled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USER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get_company_metric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search_financial_documents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resource, two read-only tools, one prompt.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CATALOG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happens at runtime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resources, tools, prompts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names and schemas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policy checks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read-only capability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and evidence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Schemas are input to a host decision.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discovery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host 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DISCOVER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LOCAL TRANSPORT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stdio carries local protocol messages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starts subprocess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opens stdio
requests catalog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returns catalog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reads and calls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closes transport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stdio carries messages. It is not authentication.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local process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standard streams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STDIO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TRUST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is not permission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ALLOWLIST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known + allowed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ALLOWLIST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args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invalid args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PRESERVE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source, 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describes an offer. The host permits the call.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PERMISSION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PRODUCTION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63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standardizes access. The host keeps policy and evidence.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declares read-only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allowlist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trace · validation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synthesis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plans across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cxnSp>
        <p:nvCxnSpPr>
          <p:cNvPr id="32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21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· policy · trace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 NOT ASSUME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grants permission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plan across financial capabilities with host control.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2026-08-22T06:25:07.6680000Z</dcterms:created>
  <dcterms:modified xsi:type="dcterms:W3CDTF">2026-08-22T06:25:07.6680000Z</dcterms:modified>
</coreProperties>
</file>