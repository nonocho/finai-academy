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a345a10fdf490b" /><Relationship Type="http://schemas.openxmlformats.org/officeDocument/2006/relationships/extended-properties" Target="/docProps/app.xml" Id="R310321e2c9c2450a" /><Relationship Type="http://schemas.openxmlformats.org/officeDocument/2006/relationships/officeDocument" Target="/ppt/presentation.xml" Id="R7635cc3e274944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0c690725a8488b"/>
  </p:sldMasterIdLst>
  <p:notesMasterIdLst>
    <p:notesMasterId xmlns:r="http://schemas.openxmlformats.org/officeDocument/2006/relationships" r:id="Rae45b237cb9e45c0"/>
  </p:notesMasterIdLst>
  <p:sldIdLst>
    <p:sldId xmlns:r="http://schemas.openxmlformats.org/officeDocument/2006/relationships" id="256" r:id="R5ab65a08dd224f07"/>
    <p:sldId xmlns:r="http://schemas.openxmlformats.org/officeDocument/2006/relationships" id="257" r:id="R4c4d91d7e29a4be5"/>
    <p:sldId xmlns:r="http://schemas.openxmlformats.org/officeDocument/2006/relationships" id="258" r:id="R386e1693b0c94267"/>
    <p:sldId xmlns:r="http://schemas.openxmlformats.org/officeDocument/2006/relationships" id="259" r:id="R396e37d458fc415f"/>
    <p:sldId xmlns:r="http://schemas.openxmlformats.org/officeDocument/2006/relationships" id="260" r:id="R079ee4f9e9694392"/>
    <p:sldId xmlns:r="http://schemas.openxmlformats.org/officeDocument/2006/relationships" id="261" r:id="R118ba56b344b41ca"/>
    <p:sldId xmlns:r="http://schemas.openxmlformats.org/officeDocument/2006/relationships" id="262" r:id="R7528df99dc524de3"/>
    <p:sldId xmlns:r="http://schemas.openxmlformats.org/officeDocument/2006/relationships" id="263" r:id="R13b84ae3a95d4a93"/>
    <p:sldId xmlns:r="http://schemas.openxmlformats.org/officeDocument/2006/relationships" id="264" r:id="Ref6d0aaa16ed49e4"/>
    <p:sldId xmlns:r="http://schemas.openxmlformats.org/officeDocument/2006/relationships" id="265" r:id="R38779ebfb4c544ae"/>
    <p:sldId xmlns:r="http://schemas.openxmlformats.org/officeDocument/2006/relationships" id="266" r:id="R4ac8c0fb4ffb49eb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6ca055ca1b4cd1" /><Relationship Type="http://schemas.openxmlformats.org/officeDocument/2006/relationships/slideMaster" Target="/ppt/slideMasters/slideMaster1.xml" Id="Raf0c690725a8488b" /><Relationship Type="http://schemas.openxmlformats.org/officeDocument/2006/relationships/notesMaster" Target="/ppt/notesMasters/notesMaster1.xml" Id="Rae45b237cb9e45c0" /><Relationship Type="http://schemas.openxmlformats.org/officeDocument/2006/relationships/presProps" Target="/ppt/presProps.xml" Id="R4cf3b5ca923a4657" /><Relationship Type="http://schemas.openxmlformats.org/officeDocument/2006/relationships/tableStyles" Target="/ppt/tableStyles.xml" Id="R2a45978746d34a8a" /><Relationship Type="http://schemas.openxmlformats.org/officeDocument/2006/relationships/slide" Target="/ppt/slides/slide1.xml" Id="R5ab65a08dd224f07" /><Relationship Type="http://schemas.openxmlformats.org/officeDocument/2006/relationships/slide" Target="/ppt/slides/slide2.xml" Id="R4c4d91d7e29a4be5" /><Relationship Type="http://schemas.openxmlformats.org/officeDocument/2006/relationships/slide" Target="/ppt/slides/slide3.xml" Id="R386e1693b0c94267" /><Relationship Type="http://schemas.openxmlformats.org/officeDocument/2006/relationships/slide" Target="/ppt/slides/slide4.xml" Id="R396e37d458fc415f" /><Relationship Type="http://schemas.openxmlformats.org/officeDocument/2006/relationships/slide" Target="/ppt/slides/slide5.xml" Id="R079ee4f9e9694392" /><Relationship Type="http://schemas.openxmlformats.org/officeDocument/2006/relationships/slide" Target="/ppt/slides/slide6.xml" Id="R118ba56b344b41ca" /><Relationship Type="http://schemas.openxmlformats.org/officeDocument/2006/relationships/slide" Target="/ppt/slides/slide7.xml" Id="R7528df99dc524de3" /><Relationship Type="http://schemas.openxmlformats.org/officeDocument/2006/relationships/slide" Target="/ppt/slides/slide8.xml" Id="R13b84ae3a95d4a93" /><Relationship Type="http://schemas.openxmlformats.org/officeDocument/2006/relationships/slide" Target="/ppt/slides/slide9.xml" Id="Ref6d0aaa16ed49e4" /><Relationship Type="http://schemas.openxmlformats.org/officeDocument/2006/relationships/slide" Target="/ppt/slides/slide10.xml" Id="R38779ebfb4c544ae" /><Relationship Type="http://schemas.openxmlformats.org/officeDocument/2006/relationships/slide" Target="/ppt/slides/slide11.xml" Id="R4ac8c0fb4ffb49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d1edf71f6045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0cdf2cdce74678" /><Relationship Type="http://schemas.openxmlformats.org/officeDocument/2006/relationships/notesMaster" Target="/ppt/notesMasters/notesMaster1.xml" Id="R2e8b969e690344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fa32622e164a32" /><Relationship Type="http://schemas.openxmlformats.org/officeDocument/2006/relationships/notesMaster" Target="/ppt/notesMasters/notesMaster1.xml" Id="Raecf7803e29c48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c0b3459c9d48e2" /><Relationship Type="http://schemas.openxmlformats.org/officeDocument/2006/relationships/notesMaster" Target="/ppt/notesMasters/notesMaster1.xml" Id="Ra066d1e6d8e941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c98010a8de4678" /><Relationship Type="http://schemas.openxmlformats.org/officeDocument/2006/relationships/notesMaster" Target="/ppt/notesMasters/notesMaster1.xml" Id="Rdd173dc0913f46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e3fe6714bc4c2b" /><Relationship Type="http://schemas.openxmlformats.org/officeDocument/2006/relationships/notesMaster" Target="/ppt/notesMasters/notesMaster1.xml" Id="Ra91a196541de41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f89319043946b6" /><Relationship Type="http://schemas.openxmlformats.org/officeDocument/2006/relationships/notesMaster" Target="/ppt/notesMasters/notesMaster1.xml" Id="R7a9c8fda694a46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6141d675ee4696" /><Relationship Type="http://schemas.openxmlformats.org/officeDocument/2006/relationships/notesMaster" Target="/ppt/notesMasters/notesMaster1.xml" Id="Reae68004ba544c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c9f2a11e5047f9" /><Relationship Type="http://schemas.openxmlformats.org/officeDocument/2006/relationships/notesMaster" Target="/ppt/notesMasters/notesMaster1.xml" Id="R93aac5afb06046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e57962c137454b" /><Relationship Type="http://schemas.openxmlformats.org/officeDocument/2006/relationships/notesMaster" Target="/ppt/notesMasters/notesMaster1.xml" Id="R5abada4e1d2f4f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7285b86b7b4ba3" /><Relationship Type="http://schemas.openxmlformats.org/officeDocument/2006/relationships/notesMaster" Target="/ppt/notesMasters/notesMaster1.xml" Id="R1c51db1a05a34e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40156c1fcc4e35" /><Relationship Type="http://schemas.openxmlformats.org/officeDocument/2006/relationships/notesMaster" Target="/ppt/notesMasters/notesMaster1.xml" Id="R6b62d20cb78d4c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https://github.com/modelcontextprotocol/python-sdk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https://github.com/modelcontextprotocol/python-sdk/blob/main/docs/get-started/first-steps.md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https://modelcontextprotocol.io/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chapters/10-financial-mcp.md</a:t>
            </a:r>
          </a:p>
          <a:p xmlns:a="http://schemas.openxmlformats.org/drawingml/2006/main">
            <a:r>
              <a:t>https://github.com/modelcontextprotocol/python-sdk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chapters/10-financial-mcp.md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chapters/10-financial-mcp.md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9e4906d77f4e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d9fce26f754675" /><Relationship Type="http://schemas.openxmlformats.org/officeDocument/2006/relationships/slideLayout" Target="/ppt/slideLayouts/slideLayout1.xml" Id="R82b5d8037cc042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b5d8037cc042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1f13438b04cfb" /><Relationship Type="http://schemas.openxmlformats.org/officeDocument/2006/relationships/notesSlide" Target="/ppt/notesSlides/notesSlide1.xml" Id="R242a32e31caa40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8a6b34d5d49f9" /><Relationship Type="http://schemas.openxmlformats.org/officeDocument/2006/relationships/notesSlide" Target="/ppt/notesSlides/notesSlide2.xml" Id="R9219b40ec9e24f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f704551a249d0" /><Relationship Type="http://schemas.openxmlformats.org/officeDocument/2006/relationships/notesSlide" Target="/ppt/notesSlides/notesSlide3.xml" Id="Re3104bed5f094b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75904727441e6" /><Relationship Type="http://schemas.openxmlformats.org/officeDocument/2006/relationships/notesSlide" Target="/ppt/notesSlides/notesSlide4.xml" Id="Rc337c18aa44a44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bd99560ae242b5" /><Relationship Type="http://schemas.openxmlformats.org/officeDocument/2006/relationships/notesSlide" Target="/ppt/notesSlides/notesSlide5.xml" Id="Rc6718268013746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b45aaf7ae469c" /><Relationship Type="http://schemas.openxmlformats.org/officeDocument/2006/relationships/notesSlide" Target="/ppt/notesSlides/notesSlide6.xml" Id="R71bd1dd1b8a84d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1c01d0bb24cad" /><Relationship Type="http://schemas.openxmlformats.org/officeDocument/2006/relationships/notesSlide" Target="/ppt/notesSlides/notesSlide7.xml" Id="R027fbf6aca0f44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af992701b4570" /><Relationship Type="http://schemas.openxmlformats.org/officeDocument/2006/relationships/notesSlide" Target="/ppt/notesSlides/notesSlide8.xml" Id="R8d170dbeaf7747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e984a7e9649ce" /><Relationship Type="http://schemas.openxmlformats.org/officeDocument/2006/relationships/notesSlide" Target="/ppt/notesSlides/notesSlide9.xml" Id="Ra27ad09af39540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89a305e8645e4" /><Relationship Type="http://schemas.openxmlformats.org/officeDocument/2006/relationships/notesSlide" Target="/ppt/notesSlides/notesSlide10.xml" Id="R596c6ba30495452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fd07424754917" /><Relationship Type="http://schemas.openxmlformats.org/officeDocument/2006/relationships/notesSlide" Target="/ppt/notesSlides/notesSlide11.xml" Id="Re8d8edb8a23b45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Build a Financial MCP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Discover capabilities instead of importing server functions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10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DIRECT IMPORT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Direct import creates tight coupling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Application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imports function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Function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owns logic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breaks contract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finds failure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Deploy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moves together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Coupling makes a process boundary hard to change.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direct import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shared release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COUPLING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Host, client, server, transport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HOST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owns lifecycle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and permission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MCP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CLIENT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and calls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schema · request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response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declares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cxnSp>
        <p:nvCxnSpPr>
          <p:cNvPr id="3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TRANSPORT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local stdio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 · allowlist · final answer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The host owns context, policy, and the final answer.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MAP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PRIMITIVES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Resources, tools, prompts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RESOURCES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 controls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finance://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proposes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host approves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 calls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PROMPTS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controls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compare_companies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Each primitive has a different controller.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CAPABILITY CATALOG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server, four capabilities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finance://coverage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application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read-only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READ 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compare_companies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controlled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USER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get_company_metric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search_financial_documents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resource, two read-only tools, one prompt.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CATALOG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happens at runtime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resources, tools, prompts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names and schemas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SELECT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 policy checks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read-only capability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 and evidence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Schemas are input to a host decision.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runtime discovery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host decision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DISCOVER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LOCAL TRANSPORT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stdio carries local protocol messages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starts subprocess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CLIENT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opens stdio
requests catalog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returns catalog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CLIENT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reads and calls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HOST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closes transport</a:t>
            </a:r>
          </a:p>
        </p:txBody>
      </p:sp>
      <p:cxnSp>
        <p:nvCxnSpPr>
          <p:cNvPr id="62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63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Local stdio carries messages. It is not authentication.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local process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standard streams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STDIO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TRUST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is not permission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ALLOWLIST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known + allowed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ALLOWLIST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 args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invalid args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PRESERVE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source, 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describes an offer. The host permits the call.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PERMISSION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PRODUCTION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63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MCP standardizes access. The host keeps policy and evidence.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declares read-only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HOST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allowlist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trace · validation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 synthesis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LESSON 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plans across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capabilities</a:t>
            </a:r>
          </a:p>
        </p:txBody>
      </p:sp>
      <p:cxnSp>
        <p:nvCxnSpPr>
          <p:cNvPr id="34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· policy · trace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DO NOT ASSUME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discovery grants permission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plan across financial capabilities with host control.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NEXT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10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17B5CC66-75DD-43C6-9873-E42B3A70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Does discovering an MCP tool grant permission to call it?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A1D2FDA2-DE28-4C65-AB8E-88510D15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Yes     |     B  No     |     C  Only locally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48ED16F8-77D6-4787-A61A-3FAFCC59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Who keeps policy and the final answer?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79E028B2-2EE3-4D92-8642-F1573CE6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Host     |     B  MCP server     |     C  Transport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C877F1C8-723B-4A79-8AC4-28D8BEAB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does stdio provide?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E8198A8E-27CE-4F4B-9B98-68D73683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Local transport     |     B  Authentication     |     C  Investment advice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10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4366CD08-8A77-4911-8FD5-2D4CC876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B. No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2D7BF189-1B4B-4635-B45F-33B3FFB5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Discovery describes a capability; the host still validates and permits it.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A7EF8FC2-60BA-4323-A8C0-46E7819E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Host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560AE864-B571-4F92-BD00-23DCB841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host owns context, policy, evidence and the final response.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53160A10-5E9B-493D-8665-2591C9C9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Local transport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75A39432-9EF2-4CF9-AE50-0504A75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stdio carries protocol messages; it is not an authentication layer.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2026-08-24T19:24:34.4670000Z</dcterms:created>
  <dcterms:modified xsi:type="dcterms:W3CDTF">2026-08-24T19:24:34.4670000Z</dcterms:modified>
</coreProperties>
</file>