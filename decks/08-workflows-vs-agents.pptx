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4cdd34bc3824e4e" /><Relationship Type="http://schemas.openxmlformats.org/officeDocument/2006/relationships/extended-properties" Target="/docProps/app.xml" Id="Reda337a777cc4b8e" /><Relationship Type="http://schemas.openxmlformats.org/officeDocument/2006/relationships/officeDocument" Target="/ppt/presentation.xml" Id="R98c795ce1bdf49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15fabcf0b5c45d9"/>
  </p:sldMasterIdLst>
  <p:notesMasterIdLst>
    <p:notesMasterId xmlns:r="http://schemas.openxmlformats.org/officeDocument/2006/relationships" r:id="R8bd8dba35be745fa"/>
  </p:notesMasterIdLst>
  <p:sldIdLst>
    <p:sldId xmlns:r="http://schemas.openxmlformats.org/officeDocument/2006/relationships" id="256" r:id="Rd0005a0286714007"/>
    <p:sldId xmlns:r="http://schemas.openxmlformats.org/officeDocument/2006/relationships" id="257" r:id="Red7bd9fd4adf4f36"/>
    <p:sldId xmlns:r="http://schemas.openxmlformats.org/officeDocument/2006/relationships" id="258" r:id="Rba4c9fa6a3844933"/>
    <p:sldId xmlns:r="http://schemas.openxmlformats.org/officeDocument/2006/relationships" id="259" r:id="Rcd81866ad90e48c5"/>
    <p:sldId xmlns:r="http://schemas.openxmlformats.org/officeDocument/2006/relationships" id="260" r:id="R411d420440da41da"/>
    <p:sldId xmlns:r="http://schemas.openxmlformats.org/officeDocument/2006/relationships" id="261" r:id="Rfce36775b58547b0"/>
    <p:sldId xmlns:r="http://schemas.openxmlformats.org/officeDocument/2006/relationships" id="262" r:id="Ra35f7ea3d3024666"/>
    <p:sldId xmlns:r="http://schemas.openxmlformats.org/officeDocument/2006/relationships" id="263" r:id="Rcb2835dd9e3e4ab9"/>
    <p:sldId xmlns:r="http://schemas.openxmlformats.org/officeDocument/2006/relationships" id="264" r:id="R4584788b9b614ac2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013d473078d40c0" /><Relationship Type="http://schemas.openxmlformats.org/officeDocument/2006/relationships/slideMaster" Target="/ppt/slideMasters/slideMaster1.xml" Id="Ra15fabcf0b5c45d9" /><Relationship Type="http://schemas.openxmlformats.org/officeDocument/2006/relationships/notesMaster" Target="/ppt/notesMasters/notesMaster1.xml" Id="R8bd8dba35be745fa" /><Relationship Type="http://schemas.openxmlformats.org/officeDocument/2006/relationships/presProps" Target="/ppt/presProps.xml" Id="R9138674a7be94ee8" /><Relationship Type="http://schemas.openxmlformats.org/officeDocument/2006/relationships/tableStyles" Target="/ppt/tableStyles.xml" Id="R7ce65f5ea7b74739" /><Relationship Type="http://schemas.openxmlformats.org/officeDocument/2006/relationships/slide" Target="/ppt/slides/slide1.xml" Id="Rd0005a0286714007" /><Relationship Type="http://schemas.openxmlformats.org/officeDocument/2006/relationships/slide" Target="/ppt/slides/slide2.xml" Id="Red7bd9fd4adf4f36" /><Relationship Type="http://schemas.openxmlformats.org/officeDocument/2006/relationships/slide" Target="/ppt/slides/slide3.xml" Id="Rba4c9fa6a3844933" /><Relationship Type="http://schemas.openxmlformats.org/officeDocument/2006/relationships/slide" Target="/ppt/slides/slide4.xml" Id="Rcd81866ad90e48c5" /><Relationship Type="http://schemas.openxmlformats.org/officeDocument/2006/relationships/slide" Target="/ppt/slides/slide5.xml" Id="R411d420440da41da" /><Relationship Type="http://schemas.openxmlformats.org/officeDocument/2006/relationships/slide" Target="/ppt/slides/slide6.xml" Id="Rfce36775b58547b0" /><Relationship Type="http://schemas.openxmlformats.org/officeDocument/2006/relationships/slide" Target="/ppt/slides/slide7.xml" Id="Ra35f7ea3d3024666" /><Relationship Type="http://schemas.openxmlformats.org/officeDocument/2006/relationships/slide" Target="/ppt/slides/slide8.xml" Id="Rcb2835dd9e3e4ab9" /><Relationship Type="http://schemas.openxmlformats.org/officeDocument/2006/relationships/slide" Target="/ppt/slides/slide9.xml" Id="R4584788b9b614ac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40a8860960643c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b5afe68f5a4b14" /><Relationship Type="http://schemas.openxmlformats.org/officeDocument/2006/relationships/notesMaster" Target="/ppt/notesMasters/notesMaster1.xml" Id="Rdaa885ed886146f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667a83afbb9481e" /><Relationship Type="http://schemas.openxmlformats.org/officeDocument/2006/relationships/notesMaster" Target="/ppt/notesMasters/notesMaster1.xml" Id="Ra631b3354ace41a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336688ded314fe1" /><Relationship Type="http://schemas.openxmlformats.org/officeDocument/2006/relationships/notesMaster" Target="/ppt/notesMasters/notesMaster1.xml" Id="R459a68a6c2c446f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9c3f7a3dd234f33" /><Relationship Type="http://schemas.openxmlformats.org/officeDocument/2006/relationships/notesMaster" Target="/ppt/notesMasters/notesMaster1.xml" Id="R03715eb9f994405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d8e90e95514983" /><Relationship Type="http://schemas.openxmlformats.org/officeDocument/2006/relationships/notesMaster" Target="/ppt/notesMasters/notesMaster1.xml" Id="R1c26ac8273cc4c2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7cc83d995e24d16" /><Relationship Type="http://schemas.openxmlformats.org/officeDocument/2006/relationships/notesMaster" Target="/ppt/notesMasters/notesMaster1.xml" Id="R5d8f6837f9054c2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64e7d6e04e04a87" /><Relationship Type="http://schemas.openxmlformats.org/officeDocument/2006/relationships/notesMaster" Target="/ppt/notesMasters/notesMaster1.xml" Id="R2b6aee25539a450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d89dfea84a44eab" /><Relationship Type="http://schemas.openxmlformats.org/officeDocument/2006/relationships/notesMaster" Target="/ppt/notesMasters/notesMaster1.xml" Id="R33c1880a6eee405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6af07726a594b6b" /><Relationship Type="http://schemas.openxmlformats.org/officeDocument/2006/relationships/notesMaster" Target="/ppt/notesMasters/notesMaster1.xml" Id="R46c136c63559471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08 introduces the architecture decision before the agent framework: workflow or bounded agent? Students keep the same typed tools and compare only orchestration.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 chapter: chapters/08-workflows-vs-agents.md</a:t>
            </a:r>
          </a:p>
          <a:p xmlns:a="http://schemas.openxmlformats.org/drawingml/2006/main">
            <a:r>
              <a:t>- Course notebook: notebooks/08_workflows_vs_agents.ipynb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Autonomy is an engineering trade-off. Each step to the right adds choice, failure paths, latency and observability requirements.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https://www.mlexpert.io/academy/v1/ai-agents/workflows-vs-agents</a:t>
            </a:r>
          </a:p>
          <a:p xmlns:a="http://schemas.openxmlformats.org/drawingml/2006/main">
            <a:r>
              <a:t>- Course chapter: chapters/08-workflows-vs-agents.md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Task importance does not justify an agent. Dynamic dependencies do: a later valid action cannot be selected until an earlier observation exists.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 chapter: chapters/08-workflows-vs-agents.md</a:t>
            </a:r>
          </a:p>
          <a:p xmlns:a="http://schemas.openxmlformats.org/drawingml/2006/main">
            <a:r>
              <a:t>- src/finai_academy/agent_workflows.py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language model emits a typed request. Pydantic validates it; deterministic Python executes the registered finance tool and returns a typed observation with provenance.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src/finai_academy/agent_workflows.py</a:t>
            </a:r>
          </a:p>
          <a:p xmlns:a="http://schemas.openxmlformats.org/drawingml/2006/main">
            <a:r>
              <a:t>- Course notebook: notebooks/08_workflows_vs_agents.ipynb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 a single market-price question, the workflow plans once, calls one tool and produces a grounded answer. A loop would add cost without capability.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src/finai_academy/agent_workflows.py</a:t>
            </a:r>
          </a:p>
          <a:p xmlns:a="http://schemas.openxmlformats.org/drawingml/2006/main">
            <a:r>
              <a:t>- assets/course-data/market/lesson08_market_snapshot_v1.json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compound one-pass workflow exposes its limit rather than fabricating a conversion amount. The visible status is unsupported_dependency.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src/finai_academy/agent_workflows.py</a:t>
            </a:r>
          </a:p>
          <a:p xmlns:a="http://schemas.openxmlformats.org/drawingml/2006/main">
            <a:r>
              <a:t>- Course notebook: notebooks/08_workflows_vs_agents.ipynb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bounded agent uses the observed USD price as the amount in the next typed convert_currency request. MAX_STEPS prevents an unbounded loop.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src/finai_academy/agent_workflows.py</a:t>
            </a:r>
          </a:p>
          <a:p xmlns:a="http://schemas.openxmlformats.org/drawingml/2006/main">
            <a:r>
              <a:t>- assets/course-data/market/lesson08_market_snapshot_v1.json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comparison is aligned: same question, snapshot, tools, schemas and output contract. The trace makes the orchestration difference inspectable.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 notebook: notebooks/08_workflows_vs_agents.ipynb</a:t>
            </a:r>
          </a:p>
          <a:p xmlns:a="http://schemas.openxmlformats.org/drawingml/2006/main">
            <a:r>
              <a:t>- src/finai_academy/agent_workflows.py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acceptance rule is the lowest useful autonomy. Lesson 09 will make state, tool failures and bounded retry paths explicit in LangGraph.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 chapter: chapters/08-workflows-vs-agents.md</a:t>
            </a:r>
          </a:p>
          <a:p xmlns:a="http://schemas.openxmlformats.org/drawingml/2006/main">
            <a:r>
              <a:t>- Course notebook: notebooks/08_workflows_vs_agents.ipynb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c237d738cd4aa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a418e3113e04c53" /><Relationship Type="http://schemas.openxmlformats.org/officeDocument/2006/relationships/slideLayout" Target="/ppt/slideLayouts/slideLayout1.xml" Id="R7169359d632c4d5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169359d632c4d5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5d88f5b40044db" /><Relationship Type="http://schemas.openxmlformats.org/officeDocument/2006/relationships/notesSlide" Target="/ppt/notesSlides/notesSlide1.xml" Id="Rd5e12ffd1d96414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1d0c673a5d4dcb" /><Relationship Type="http://schemas.openxmlformats.org/officeDocument/2006/relationships/notesSlide" Target="/ppt/notesSlides/notesSlide2.xml" Id="Rb4eac1d196f54cc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e2d81f74e34c1c" /><Relationship Type="http://schemas.openxmlformats.org/officeDocument/2006/relationships/notesSlide" Target="/ppt/notesSlides/notesSlide3.xml" Id="R35b1b05061ca456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21a7b7794641d5" /><Relationship Type="http://schemas.openxmlformats.org/officeDocument/2006/relationships/notesSlide" Target="/ppt/notesSlides/notesSlide4.xml" Id="Re9fff9416e1542c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599e9d517d4433" /><Relationship Type="http://schemas.openxmlformats.org/officeDocument/2006/relationships/notesSlide" Target="/ppt/notesSlides/notesSlide5.xml" Id="R3d25ba22116c49b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a7b8d131dc4e6d" /><Relationship Type="http://schemas.openxmlformats.org/officeDocument/2006/relationships/notesSlide" Target="/ppt/notesSlides/notesSlide6.xml" Id="R05869d33eaf442b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39dc6d26774ab2" /><Relationship Type="http://schemas.openxmlformats.org/officeDocument/2006/relationships/notesSlide" Target="/ppt/notesSlides/notesSlide7.xml" Id="Rca80515b297a4b2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81738352af4035" /><Relationship Type="http://schemas.openxmlformats.org/officeDocument/2006/relationships/notesSlide" Target="/ppt/notesSlides/notesSlide8.xml" Id="Rdf5c1468656a4b5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5d9f7555d44088" /><Relationship Type="http://schemas.openxmlformats.org/officeDocument/2006/relationships/notesSlide" Target="/ppt/notesSlides/notesSlide9.xml" Id="R0442ad1f6cc3474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Workflows Versus Agents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Use the lowest autonomy that can resolve the next decision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08  ·  10 MIN CONCEPTS + 30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F521A64-93BB-447D-87E9-41FC1E86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AUTONOMY SPECTRUM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793F9E-8AD7-4755-853A-CFF63AED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More autonomy expands choice—and the failure surface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4302C1-E6C0-49C0-9FA8-BA7896D6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FIXED ROUTES</a:t>
            </a:r>
          </a:p>
        </p:txBody>
      </p:sp>
      <p:sp>
        <p:nvSpPr>
          <p:cNvPr id="4" name="fixed-one">
            <a:extLst xmlns:a="http://schemas.openxmlformats.org/drawingml/2006/main">
              <a:ext uri="{FF2B5EF4-FFF2-40B4-BE49-F238E27FC236}">
                <a16:creationId xmlns:a16="http://schemas.microsoft.com/office/drawing/2014/main" id="{40C15356-6CC0-4340-AD48-214BA676B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53340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82FFA5-77A1-442E-984F-08CF9D90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952750"/>
            <a:ext cx="4838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Function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one typed action</a:t>
            </a:r>
          </a:p>
        </p:txBody>
      </p:sp>
      <p:sp>
        <p:nvSpPr>
          <p:cNvPr id="6" name="fixed-two">
            <a:extLst xmlns:a="http://schemas.openxmlformats.org/drawingml/2006/main">
              <a:ext uri="{FF2B5EF4-FFF2-40B4-BE49-F238E27FC236}">
                <a16:creationId xmlns:a16="http://schemas.microsoft.com/office/drawing/2014/main" id="{AD30FCD2-C657-4E45-B1A1-6793E46E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24350"/>
            <a:ext cx="2857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3EC4B2-CAE9-400F-B11D-2D4F3052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4577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Workflow
fixed sequence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846D44-14BC-44D4-9667-69FFDFBE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768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Predictable · cheap · easy to test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06CDE7-35E6-4C8C-A738-6BACCF9A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431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DYNAMIC ROUTES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2A6E03-2E74-4AA0-BC40-D36976B59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00350"/>
            <a:ext cx="21526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E18B6A-26EA-404D-8004-B4AEFB1A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905125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#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7E5910-AC18-40D2-B2F3-6FC1F08D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800350"/>
            <a:ext cx="19621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4DBD99-75A2-4F76-80D2-886026B3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9051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461F5A-F082-42F4-BA7B-33237B01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2800350"/>
            <a:ext cx="25717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A70624-C8CA-468D-98D9-37807488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29051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Adds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03A85A-2DFF-4A0D-A0C0-99283CEFD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48050"/>
            <a:ext cx="21526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684354-1A30-417B-8AE7-ECA5F6B0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6235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B55295-3DA8-457F-83F0-53BB6A03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448050"/>
            <a:ext cx="19621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696DF8-2386-42C4-91BD-18AC99A2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562350"/>
            <a:ext cx="1733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Bounded agent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39A1A9-4564-4056-8CDC-CEDB497A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3448050"/>
            <a:ext cx="2571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C725B4-5DC5-4222-B581-EB84BE90E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3562350"/>
            <a:ext cx="2343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9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observation selects next 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160DDC-C4FB-4932-B81B-09341596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171950"/>
            <a:ext cx="21526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8C8390-620E-4337-B177-E20E1666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28625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123193-7BA4-459F-B618-D3AB37E4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171950"/>
            <a:ext cx="19621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A33689-B136-4C82-B577-8954D205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286250"/>
            <a:ext cx="1733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Multi-agent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49AE3A-93EC-4D6A-8CF3-2D01BDBD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4171950"/>
            <a:ext cx="2571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772D1E-8248-480D-BA11-3458C9BA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4286250"/>
            <a:ext cx="2343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coordination + handoffs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F86CEA-598B-4254-9CEF-1D77B357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124450"/>
            <a:ext cx="6800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Start left; move right only when an observation must change the next action.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5E3BAB-E11C-4A7E-89F3-AB1868F4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62200"/>
            <a:ext cx="2857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233CBA-8C3B-4B18-A5D5-D4F7061F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1531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AUTONOMY ADDS COST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EA1FB2-5ABC-4E19-B39E-FBEB026EF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Choice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EE73CC-AED7-4593-A08D-4913CB1D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002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function · workflow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3BC68A-D5B2-4F89-AC7A-F4A6B122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Next step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38EEE4-AA29-40C4-BA3C-01E40A9D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observed state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5D4A6D-C246-49F7-9388-C795B5E0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Failure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2066664-5058-4CD5-A636-49C7B36A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more paths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483989-A3BC-4F4A-A656-ACD3BAC9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Control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5B3CFBA-FD87-4351-8C2A-CF0B6F60B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budget · stop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846780A-5D65-4410-9457-661BBB6C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69519E-645C-4800-9FE8-656AB5D5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032C2C-E113-4AB5-9CC6-D6B41AED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3DD0EC2-8E86-44C8-B8C1-3DB1E93C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AUTONOMY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107089F-BB21-465D-B53D-42746B7A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494443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F521A64-93BB-447D-87E9-41FC1E86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ARCHITECTURE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793F9E-8AD7-4755-853A-CFF63AED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Dynamic dependencies—not task prestige—justify an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4302C1-E6C0-49C0-9FA8-BA7896D6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WORKFLOW</a:t>
            </a:r>
          </a:p>
        </p:txBody>
      </p:sp>
      <p:sp>
        <p:nvSpPr>
          <p:cNvPr id="4" name="fixed-one">
            <a:extLst xmlns:a="http://schemas.openxmlformats.org/drawingml/2006/main">
              <a:ext uri="{FF2B5EF4-FFF2-40B4-BE49-F238E27FC236}">
                <a16:creationId xmlns:a16="http://schemas.microsoft.com/office/drawing/2014/main" id="{40C15356-6CC0-4340-AD48-214BA676B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53340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82FFA5-77A1-442E-984F-08CF9D90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952750"/>
            <a:ext cx="4838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Known route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fixed before execution</a:t>
            </a:r>
          </a:p>
        </p:txBody>
      </p:sp>
      <p:sp>
        <p:nvSpPr>
          <p:cNvPr id="6" name="fixed-two">
            <a:extLst xmlns:a="http://schemas.openxmlformats.org/drawingml/2006/main">
              <a:ext uri="{FF2B5EF4-FFF2-40B4-BE49-F238E27FC236}">
                <a16:creationId xmlns:a16="http://schemas.microsoft.com/office/drawing/2014/main" id="{AD30FCD2-C657-4E45-B1A1-6793E46E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24350"/>
            <a:ext cx="2857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3EC4B2-CAE9-400F-B11D-2D4F3052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4577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Stable contract
reproducible path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846D44-14BC-44D4-9667-69FFDFBE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768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Best default · lower latency · simpler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06CDE7-35E6-4C8C-A738-6BACCF9A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431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BOUNDED AGENT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2A6E03-2E74-4AA0-BC40-D36976B59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00350"/>
            <a:ext cx="21526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E18B6A-26EA-404D-8004-B4AEFB1A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905125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7E5910-AC18-40D2-B2F3-6FC1F08D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800350"/>
            <a:ext cx="19621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4DBD99-75A2-4F76-80D2-886026B3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9051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Workflow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461F5A-F082-42F4-BA7B-33237B01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2800350"/>
            <a:ext cx="25717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A70624-C8CA-468D-98D9-37807488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29051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03A85A-2DFF-4A0D-A0C0-99283CEFD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48050"/>
            <a:ext cx="21526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684354-1A30-417B-8AE7-ECA5F6B0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6235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Path known?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B55295-3DA8-457F-83F0-53BB6A03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448050"/>
            <a:ext cx="19621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696DF8-2386-42C4-91BD-18AC99A2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562350"/>
            <a:ext cx="1733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yes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39A1A9-4564-4056-8CDC-CEDB497A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3448050"/>
            <a:ext cx="2571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C725B4-5DC5-4222-B581-EB84BE90E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3562350"/>
            <a:ext cx="2343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not yet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160DDC-C4FB-4932-B81B-09341596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171950"/>
            <a:ext cx="21526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8C8390-620E-4337-B177-E20E1666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28625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Tool choice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123193-7BA4-459F-B618-D3AB37E4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171950"/>
            <a:ext cx="19621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A33689-B136-4C82-B577-8954D205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286250"/>
            <a:ext cx="1733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fixed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49AE3A-93EC-4D6A-8CF3-2D01BDBD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4171950"/>
            <a:ext cx="2571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772D1E-8248-480D-BA11-3458C9BA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4286250"/>
            <a:ext cx="2343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after observation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F86CEA-598B-4254-9CEF-1D77B357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124450"/>
            <a:ext cx="6800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Prefer a workflow unless new evidence changes the next valid action.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5E3BAB-E11C-4A7E-89F3-AB1868F4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62200"/>
            <a:ext cx="2857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233CBA-8C3B-4B18-A5D5-D4F7061F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1531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SAME ENGINEERING CONTRACT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EA1FB2-5ABC-4E19-B39E-FBEB026EF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Schemas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EE73CC-AED7-4593-A08D-4913CB1D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typed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3BC68A-D5B2-4F89-AC7A-F4A6B122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Tools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38EEE4-AA29-40C4-BA3C-01E40A9D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deterministic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5D4A6D-C246-49F7-9388-C795B5E0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Trace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2066664-5058-4CD5-A636-49C7B36A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aligned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483989-A3BC-4F4A-A656-ACD3BAC9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Budget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5B3CFBA-FD87-4351-8C2A-CF0B6F60B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explicit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846780A-5D65-4410-9457-661BBB6C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69519E-645C-4800-9FE8-656AB5D5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032C2C-E113-4AB5-9CC6-D6B41AED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3DD0EC2-8E86-44C8-B8C1-3DB1E93C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107089F-BB21-465D-B53D-42746B7A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494443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TYPED TOOL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model requests; deterministic Python executes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MODEL REQUEST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tool name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arguments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validate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typed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Pydantic rejects invalid requests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DETERMINISTIC EXECUTION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get_market_price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convert_currency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via registry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observation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TYPED OBSERVATION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value · currency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source · timestamp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grounded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model never executes finance logic; it emits a request the registry can validate and trace.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TOOLS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ONE-PASS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fixed route succeeds when one lookup is enough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Question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NVDA price?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Plan once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choose one tool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get_market_price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deterministic call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Observation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price · currency · source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Final answer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grounded response</a:t>
            </a:r>
          </a:p>
        </p:txBody>
      </p:sp>
      <p:cxnSp>
        <p:nvCxnSpPr>
          <p:cNvPr id="421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2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3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4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 loop is needed when the route is known before execution.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same typed registry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one tool call · full trace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WORKFLOW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DEPENDENCY FAILURE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EUR amount does not exist before the price observation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Question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NVDA price in EUR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Plan once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two tools requested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Price lookup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result needed first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Conversion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amount unavailable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STOP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unsupported_dependency</a:t>
            </a:r>
          </a:p>
        </p:txBody>
      </p:sp>
      <p:cxnSp>
        <p:nvCxnSpPr>
          <p:cNvPr id="421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2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3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4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workflow must never invent the missing amount just to complete the route.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dependency exposed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no silent fabrication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FAILURE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BOUNDED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 observation can select the next typed action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get_market_price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Observe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214.575 USD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convert_currency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Observe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183.7620 EUR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grounded response</a:t>
            </a:r>
          </a:p>
        </p:txBody>
      </p:sp>
      <p:cxnSp>
        <p:nvCxnSpPr>
          <p:cNvPr id="421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2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3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4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loop is useful because the second request depends on the first observation.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MAX_STEPS = 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same tools · same snapshot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AGENT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ALIGNED TRACE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trajectory shows exactly why the agent succeeds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Fixed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same question · snapshot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unsupported_dependency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Agent step 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get_market_price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Agent step 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convert_currency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status · calls · events</a:t>
            </a:r>
          </a:p>
        </p:txBody>
      </p:sp>
      <p:cxnSp>
        <p:nvCxnSpPr>
          <p:cNvPr id="421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2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3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24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Same tools and data; only the orchestration policy changes.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workflow · no fabrication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agent · two grounded calls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TRACE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ENGINEERING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Keep the agent only while the path remains open-ended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WORKFLOW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known path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fixed sequence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BOUNDED
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observation changes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next action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MAX_STEPS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typed tools · trace</a:t>
            </a:r>
          </a:p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explicit budget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LESSON 09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tool errors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+ graph retry</a:t>
            </a:r>
          </a:p>
        </p:txBody>
      </p:sp>
      <p:cxnSp>
        <p:nvCxnSpPr>
          <p:cNvPr id="236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237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LOWEST AUTONOMY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54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Use the lowest useful autonomy: agents only when observations change the next valid action.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CONTROL CONTRACT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same schemas · tools · trace · stop condition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DAY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Next: model failures explicitly with LangGraph state and bounded retries.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2026-08-21T15:10:45.4040000Z</dcterms:created>
  <dcterms:modified xsi:type="dcterms:W3CDTF">2026-08-21T15:10:45.4040000Z</dcterms:modified>
</coreProperties>
</file>